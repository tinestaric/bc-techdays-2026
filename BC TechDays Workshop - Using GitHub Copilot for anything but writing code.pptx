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4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webextensions/webextension2.xml" ContentType="application/vnd.ms-office.webextension+xml"/>
  <Override PartName="/ppt/notesSlides/notesSlide11.xml" ContentType="application/vnd.openxmlformats-officedocument.presentationml.notesSlide+xml"/>
  <Override PartName="/ppt/webextensions/webextension3.xml" ContentType="application/vnd.ms-office.webextension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webextensions/webextension4.xml" ContentType="application/vnd.ms-office.webextension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webextensions/webextension5.xml" ContentType="application/vnd.ms-office.webextension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webextensions/webextension6.xml" ContentType="application/vnd.ms-office.webextension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87" r:id="rId2"/>
    <p:sldId id="2147480547" r:id="rId3"/>
    <p:sldId id="2147480592" r:id="rId4"/>
    <p:sldId id="289" r:id="rId5"/>
    <p:sldId id="2147480582" r:id="rId6"/>
    <p:sldId id="2147480583" r:id="rId7"/>
    <p:sldId id="2147480568" r:id="rId8"/>
    <p:sldId id="262" r:id="rId9"/>
    <p:sldId id="2147480567" r:id="rId10"/>
    <p:sldId id="2147480584" r:id="rId11"/>
    <p:sldId id="2147480548" r:id="rId12"/>
    <p:sldId id="2147480515" r:id="rId13"/>
    <p:sldId id="2147480553" r:id="rId14"/>
    <p:sldId id="261" r:id="rId15"/>
    <p:sldId id="2147480585" r:id="rId16"/>
    <p:sldId id="2147480586" r:id="rId17"/>
    <p:sldId id="2147480587" r:id="rId18"/>
    <p:sldId id="292" r:id="rId19"/>
    <p:sldId id="2147480549" r:id="rId20"/>
    <p:sldId id="2147480554" r:id="rId21"/>
    <p:sldId id="296" r:id="rId22"/>
    <p:sldId id="2147480556" r:id="rId23"/>
    <p:sldId id="400" r:id="rId24"/>
    <p:sldId id="401" r:id="rId25"/>
    <p:sldId id="402" r:id="rId26"/>
    <p:sldId id="2147480558" r:id="rId27"/>
    <p:sldId id="295" r:id="rId28"/>
    <p:sldId id="2147480550" r:id="rId29"/>
    <p:sldId id="2147480545" r:id="rId30"/>
    <p:sldId id="271" r:id="rId31"/>
    <p:sldId id="272" r:id="rId32"/>
    <p:sldId id="2147480562" r:id="rId33"/>
    <p:sldId id="2147480588" r:id="rId34"/>
    <p:sldId id="2147480589" r:id="rId35"/>
    <p:sldId id="298" r:id="rId36"/>
    <p:sldId id="2147480551" r:id="rId37"/>
    <p:sldId id="2147480575" r:id="rId38"/>
    <p:sldId id="404" r:id="rId39"/>
    <p:sldId id="2147480569" r:id="rId40"/>
    <p:sldId id="2147480563" r:id="rId41"/>
    <p:sldId id="2147480546" r:id="rId42"/>
    <p:sldId id="2147480570" r:id="rId43"/>
    <p:sldId id="278" r:id="rId44"/>
    <p:sldId id="2147480590" r:id="rId45"/>
    <p:sldId id="2147480572" r:id="rId46"/>
    <p:sldId id="301" r:id="rId47"/>
    <p:sldId id="2147480552" r:id="rId48"/>
    <p:sldId id="2147480530" r:id="rId49"/>
    <p:sldId id="2147480532" r:id="rId50"/>
    <p:sldId id="2147480531" r:id="rId51"/>
    <p:sldId id="2147480564" r:id="rId52"/>
    <p:sldId id="2147480591" r:id="rId53"/>
    <p:sldId id="2147480574" r:id="rId54"/>
    <p:sldId id="304" r:id="rId55"/>
    <p:sldId id="318" r:id="rId56"/>
    <p:sldId id="503" r:id="rId57"/>
    <p:sldId id="2147480541" r:id="rId58"/>
    <p:sldId id="2147480521" r:id="rId59"/>
    <p:sldId id="359" r:id="rId60"/>
    <p:sldId id="2147480571" r:id="rId61"/>
    <p:sldId id="2147480565" r:id="rId62"/>
    <p:sldId id="500" r:id="rId63"/>
    <p:sldId id="2147480566" r:id="rId6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12B6679-3261-4F28-B59A-9A226649D756}">
          <p14:sldIdLst>
            <p14:sldId id="287"/>
            <p14:sldId id="2147480547"/>
            <p14:sldId id="2147480592"/>
            <p14:sldId id="289"/>
            <p14:sldId id="2147480582"/>
            <p14:sldId id="2147480583"/>
            <p14:sldId id="2147480568"/>
            <p14:sldId id="262"/>
            <p14:sldId id="2147480567"/>
            <p14:sldId id="2147480584"/>
          </p14:sldIdLst>
        </p14:section>
        <p14:section name="Module 1: MCPs" id="{F66B70B0-DF1E-4456-87AA-4A6577AAFD1E}">
          <p14:sldIdLst>
            <p14:sldId id="2147480548"/>
            <p14:sldId id="2147480515"/>
            <p14:sldId id="2147480553"/>
            <p14:sldId id="261"/>
            <p14:sldId id="2147480585"/>
            <p14:sldId id="2147480586"/>
            <p14:sldId id="2147480587"/>
            <p14:sldId id="292"/>
          </p14:sldIdLst>
        </p14:section>
        <p14:section name="Module 2: Custom agents" id="{02F0450B-4EC8-4626-85C7-748FAC178CDA}">
          <p14:sldIdLst>
            <p14:sldId id="2147480549"/>
            <p14:sldId id="2147480554"/>
            <p14:sldId id="296"/>
            <p14:sldId id="2147480556"/>
            <p14:sldId id="400"/>
            <p14:sldId id="401"/>
            <p14:sldId id="402"/>
            <p14:sldId id="2147480558"/>
            <p14:sldId id="295"/>
          </p14:sldIdLst>
        </p14:section>
        <p14:section name="Module 3: Sub-agents" id="{9AB2B16F-7348-4852-9DE1-F29882CE7F57}">
          <p14:sldIdLst>
            <p14:sldId id="2147480550"/>
            <p14:sldId id="2147480545"/>
            <p14:sldId id="271"/>
            <p14:sldId id="272"/>
            <p14:sldId id="2147480562"/>
            <p14:sldId id="2147480588"/>
            <p14:sldId id="2147480589"/>
            <p14:sldId id="298"/>
          </p14:sldIdLst>
        </p14:section>
        <p14:section name="Module 4: Skills, and where everything else fits" id="{D74F0580-83F0-45EA-94E2-EB38A03B469B}">
          <p14:sldIdLst>
            <p14:sldId id="2147480551"/>
            <p14:sldId id="2147480575"/>
            <p14:sldId id="404"/>
            <p14:sldId id="2147480569"/>
            <p14:sldId id="2147480563"/>
            <p14:sldId id="2147480546"/>
            <p14:sldId id="2147480570"/>
            <p14:sldId id="278"/>
            <p14:sldId id="2147480590"/>
            <p14:sldId id="2147480572"/>
            <p14:sldId id="301"/>
          </p14:sldIdLst>
        </p14:section>
        <p14:section name="Module 5: Background agents" id="{3FA959D0-2ED6-47D3-A1D6-8CF704720A25}">
          <p14:sldIdLst>
            <p14:sldId id="2147480552"/>
            <p14:sldId id="2147480530"/>
            <p14:sldId id="2147480532"/>
            <p14:sldId id="2147480531"/>
            <p14:sldId id="2147480564"/>
            <p14:sldId id="2147480591"/>
            <p14:sldId id="2147480574"/>
          </p14:sldIdLst>
        </p14:section>
        <p14:section name="Closing" id="{CC96E137-7511-4D33-BF82-34BB322EAE57}">
          <p14:sldIdLst>
            <p14:sldId id="304"/>
            <p14:sldId id="318"/>
            <p14:sldId id="503"/>
            <p14:sldId id="2147480541"/>
            <p14:sldId id="2147480521"/>
            <p14:sldId id="359"/>
            <p14:sldId id="2147480571"/>
            <p14:sldId id="2147480565"/>
            <p14:sldId id="500"/>
            <p14:sldId id="21474805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09B04-0ED4-4C17-A0D5-5804B3D6FA40}" v="4" dt="2026-06-09T11:07:45.837"/>
    <p1510:client id="{BE9E3773-67E6-44E2-A3FF-2B4D4994D8DF}" v="12" dt="2026-06-09T06:18:56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961" autoAdjust="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 van Vugt" userId="f2a63c87061b9b9b" providerId="LiveId" clId="{816C3C3F-3756-4ADE-9C99-040E63553489}"/>
    <pc:docChg chg="undo custSel modSld addSection delSection modSection">
      <pc:chgData name="Luc van Vugt" userId="f2a63c87061b9b9b" providerId="LiveId" clId="{816C3C3F-3756-4ADE-9C99-040E63553489}" dt="2026-06-09T11:08:24.247" v="21" actId="17846"/>
      <pc:docMkLst>
        <pc:docMk/>
      </pc:docMkLst>
      <pc:sldChg chg="modSp">
        <pc:chgData name="Luc van Vugt" userId="f2a63c87061b9b9b" providerId="LiveId" clId="{816C3C3F-3756-4ADE-9C99-040E63553489}" dt="2026-06-09T11:07:33.618" v="9"/>
        <pc:sldMkLst>
          <pc:docMk/>
          <pc:sldMk cId="447060976" sldId="2147480549"/>
        </pc:sldMkLst>
        <pc:spChg chg="mod">
          <ac:chgData name="Luc van Vugt" userId="f2a63c87061b9b9b" providerId="LiveId" clId="{816C3C3F-3756-4ADE-9C99-040E63553489}" dt="2026-06-09T11:07:33.618" v="9"/>
          <ac:spMkLst>
            <pc:docMk/>
            <pc:sldMk cId="447060976" sldId="2147480549"/>
            <ac:spMk id="3" creationId="{00000000-0000-0000-0000-000000000000}"/>
          </ac:spMkLst>
        </pc:spChg>
      </pc:sldChg>
      <pc:sldChg chg="modNotesTx">
        <pc:chgData name="Luc van Vugt" userId="f2a63c87061b9b9b" providerId="LiveId" clId="{816C3C3F-3756-4ADE-9C99-040E63553489}" dt="2026-06-09T08:17:11.723" v="1" actId="6549"/>
        <pc:sldMkLst>
          <pc:docMk/>
          <pc:sldMk cId="1042744922" sldId="2147480572"/>
        </pc:sldMkLst>
      </pc:sldChg>
      <pc:sldChg chg="modNotesTx">
        <pc:chgData name="Luc van Vugt" userId="f2a63c87061b9b9b" providerId="LiveId" clId="{816C3C3F-3756-4ADE-9C99-040E63553489}" dt="2026-06-09T08:17:16.066" v="2" actId="6549"/>
        <pc:sldMkLst>
          <pc:docMk/>
          <pc:sldMk cId="844832315" sldId="2147480574"/>
        </pc:sldMkLst>
      </pc:sldChg>
      <pc:sldChg chg="modNotesTx">
        <pc:chgData name="Luc van Vugt" userId="f2a63c87061b9b9b" providerId="LiveId" clId="{816C3C3F-3756-4ADE-9C99-040E63553489}" dt="2026-06-09T08:17:02.309" v="0" actId="6549"/>
        <pc:sldMkLst>
          <pc:docMk/>
          <pc:sldMk cId="3886538935" sldId="2147480589"/>
        </pc:sldMkLst>
      </pc:sldChg>
    </pc:docChg>
  </pc:docChgLst>
  <pc:docChgLst>
    <pc:chgData name="Tine Staric" userId="fb26da27c530d9fc" providerId="LiveId" clId="{74AE4644-C832-403F-9630-5EF4572BCEC1}"/>
    <pc:docChg chg="undo custSel addSld delSld modSld sldOrd">
      <pc:chgData name="Tine Staric" userId="fb26da27c530d9fc" providerId="LiveId" clId="{74AE4644-C832-403F-9630-5EF4572BCEC1}" dt="2026-06-09T06:33:39.644" v="773" actId="1076"/>
      <pc:docMkLst>
        <pc:docMk/>
      </pc:docMkLst>
      <pc:sldChg chg="modNotesTx">
        <pc:chgData name="Tine Staric" userId="fb26da27c530d9fc" providerId="LiveId" clId="{74AE4644-C832-403F-9630-5EF4572BCEC1}" dt="2026-05-18T11:21:53.236" v="50" actId="20577"/>
        <pc:sldMkLst>
          <pc:docMk/>
          <pc:sldMk cId="0" sldId="261"/>
        </pc:sldMkLst>
      </pc:sldChg>
      <pc:sldChg chg="add setBg">
        <pc:chgData name="Tine Staric" userId="fb26da27c530d9fc" providerId="LiveId" clId="{74AE4644-C832-403F-9630-5EF4572BCEC1}" dt="2026-06-09T04:13:32.775" v="652"/>
        <pc:sldMkLst>
          <pc:docMk/>
          <pc:sldMk cId="0" sldId="262"/>
        </pc:sldMkLst>
      </pc:sldChg>
      <pc:sldChg chg="add">
        <pc:chgData name="Tine Staric" userId="fb26da27c530d9fc" providerId="LiveId" clId="{74AE4644-C832-403F-9630-5EF4572BCEC1}" dt="2026-06-09T04:17:53.721" v="684"/>
        <pc:sldMkLst>
          <pc:docMk/>
          <pc:sldMk cId="0" sldId="296"/>
        </pc:sldMkLst>
      </pc:sldChg>
      <pc:sldChg chg="add setBg">
        <pc:chgData name="Tine Staric" userId="fb26da27c530d9fc" providerId="LiveId" clId="{74AE4644-C832-403F-9630-5EF4572BCEC1}" dt="2026-06-09T04:19:40.956" v="688"/>
        <pc:sldMkLst>
          <pc:docMk/>
          <pc:sldMk cId="99257624" sldId="318"/>
        </pc:sldMkLst>
      </pc:sldChg>
      <pc:sldChg chg="modSp add mod">
        <pc:chgData name="Tine Staric" userId="fb26da27c530d9fc" providerId="LiveId" clId="{74AE4644-C832-403F-9630-5EF4572BCEC1}" dt="2026-06-09T06:20:14.926" v="720" actId="6549"/>
        <pc:sldMkLst>
          <pc:docMk/>
          <pc:sldMk cId="3524584260" sldId="359"/>
        </pc:sldMkLst>
        <pc:spChg chg="mod">
          <ac:chgData name="Tine Staric" userId="fb26da27c530d9fc" providerId="LiveId" clId="{74AE4644-C832-403F-9630-5EF4572BCEC1}" dt="2026-06-09T06:20:14.926" v="720" actId="6549"/>
          <ac:spMkLst>
            <pc:docMk/>
            <pc:sldMk cId="3524584260" sldId="359"/>
            <ac:spMk id="2" creationId="{FD1C429D-4059-92D5-EF38-11AB6D4DD0B7}"/>
          </ac:spMkLst>
        </pc:spChg>
      </pc:sldChg>
      <pc:sldChg chg="ord">
        <pc:chgData name="Tine Staric" userId="fb26da27c530d9fc" providerId="LiveId" clId="{74AE4644-C832-403F-9630-5EF4572BCEC1}" dt="2026-06-09T04:14:10.684" v="654"/>
        <pc:sldMkLst>
          <pc:docMk/>
          <pc:sldMk cId="0" sldId="400"/>
        </pc:sldMkLst>
      </pc:sldChg>
      <pc:sldChg chg="delSp mod">
        <pc:chgData name="Tine Staric" userId="fb26da27c530d9fc" providerId="LiveId" clId="{74AE4644-C832-403F-9630-5EF4572BCEC1}" dt="2026-06-08T22:20:34.836" v="639" actId="478"/>
        <pc:sldMkLst>
          <pc:docMk/>
          <pc:sldMk cId="980100984" sldId="401"/>
        </pc:sldMkLst>
        <pc:spChg chg="del">
          <ac:chgData name="Tine Staric" userId="fb26da27c530d9fc" providerId="LiveId" clId="{74AE4644-C832-403F-9630-5EF4572BCEC1}" dt="2026-06-08T22:20:34.836" v="639" actId="478"/>
          <ac:spMkLst>
            <pc:docMk/>
            <pc:sldMk cId="980100984" sldId="401"/>
            <ac:spMk id="900" creationId="{00000000-0000-0000-0000-000000000000}"/>
          </ac:spMkLst>
        </pc:spChg>
      </pc:sldChg>
      <pc:sldChg chg="mod modClrScheme modShow chgLayout">
        <pc:chgData name="Tine Staric" userId="fb26da27c530d9fc" providerId="LiveId" clId="{74AE4644-C832-403F-9630-5EF4572BCEC1}" dt="2026-06-09T06:06:02.286" v="702" actId="729"/>
        <pc:sldMkLst>
          <pc:docMk/>
          <pc:sldMk cId="0" sldId="402"/>
        </pc:sldMkLst>
      </pc:sldChg>
      <pc:sldChg chg="del">
        <pc:chgData name="Tine Staric" userId="fb26da27c530d9fc" providerId="LiveId" clId="{74AE4644-C832-403F-9630-5EF4572BCEC1}" dt="2026-06-09T04:15:22.817" v="662" actId="47"/>
        <pc:sldMkLst>
          <pc:docMk/>
          <pc:sldMk cId="0" sldId="403"/>
        </pc:sldMkLst>
      </pc:sldChg>
      <pc:sldChg chg="addSp modSp mod ord modClrScheme chgLayout">
        <pc:chgData name="Tine Staric" userId="fb26da27c530d9fc" providerId="LiveId" clId="{74AE4644-C832-403F-9630-5EF4572BCEC1}" dt="2026-06-09T04:15:41.058" v="665"/>
        <pc:sldMkLst>
          <pc:docMk/>
          <pc:sldMk cId="0" sldId="404"/>
        </pc:sldMkLst>
        <pc:spChg chg="add mod ord">
          <ac:chgData name="Tine Staric" userId="fb26da27c530d9fc" providerId="LiveId" clId="{74AE4644-C832-403F-9630-5EF4572BCEC1}" dt="2026-06-09T04:15:36.212" v="663" actId="700"/>
          <ac:spMkLst>
            <pc:docMk/>
            <pc:sldMk cId="0" sldId="404"/>
            <ac:spMk id="7" creationId="{4C219261-0234-3718-192A-E55CE2417543}"/>
          </ac:spMkLst>
        </pc:spChg>
        <pc:spChg chg="add mod ord">
          <ac:chgData name="Tine Staric" userId="fb26da27c530d9fc" providerId="LiveId" clId="{74AE4644-C832-403F-9630-5EF4572BCEC1}" dt="2026-06-09T04:15:36.212" v="663" actId="700"/>
          <ac:spMkLst>
            <pc:docMk/>
            <pc:sldMk cId="0" sldId="404"/>
            <ac:spMk id="8" creationId="{5E31E6D7-CF31-923E-58D5-3DE548B7A3D7}"/>
          </ac:spMkLst>
        </pc:spChg>
      </pc:sldChg>
      <pc:sldChg chg="modSp add mod setBg">
        <pc:chgData name="Tine Staric" userId="fb26da27c530d9fc" providerId="LiveId" clId="{74AE4644-C832-403F-9630-5EF4572BCEC1}" dt="2026-06-09T06:19:26.933" v="719" actId="6549"/>
        <pc:sldMkLst>
          <pc:docMk/>
          <pc:sldMk cId="1725269850" sldId="503"/>
        </pc:sldMkLst>
        <pc:spChg chg="mod">
          <ac:chgData name="Tine Staric" userId="fb26da27c530d9fc" providerId="LiveId" clId="{74AE4644-C832-403F-9630-5EF4572BCEC1}" dt="2026-06-09T06:19:26.933" v="719" actId="6549"/>
          <ac:spMkLst>
            <pc:docMk/>
            <pc:sldMk cId="1725269850" sldId="503"/>
            <ac:spMk id="5" creationId="{10524D62-B99C-8B1C-1555-6A96BA7A8558}"/>
          </ac:spMkLst>
        </pc:spChg>
      </pc:sldChg>
      <pc:sldChg chg="add">
        <pc:chgData name="Tine Staric" userId="fb26da27c530d9fc" providerId="LiveId" clId="{74AE4644-C832-403F-9630-5EF4572BCEC1}" dt="2026-05-18T06:23:57.785" v="0"/>
        <pc:sldMkLst>
          <pc:docMk/>
          <pc:sldMk cId="3286391593" sldId="2147480515"/>
        </pc:sldMkLst>
      </pc:sldChg>
      <pc:sldChg chg="add">
        <pc:chgData name="Tine Staric" userId="fb26da27c530d9fc" providerId="LiveId" clId="{74AE4644-C832-403F-9630-5EF4572BCEC1}" dt="2026-06-09T04:19:40.956" v="688"/>
        <pc:sldMkLst>
          <pc:docMk/>
          <pc:sldMk cId="3278865504" sldId="2147480521"/>
        </pc:sldMkLst>
      </pc:sldChg>
      <pc:sldChg chg="add">
        <pc:chgData name="Tine Staric" userId="fb26da27c530d9fc" providerId="LiveId" clId="{74AE4644-C832-403F-9630-5EF4572BCEC1}" dt="2026-05-18T06:24:58.927" v="4"/>
        <pc:sldMkLst>
          <pc:docMk/>
          <pc:sldMk cId="215361372" sldId="2147480530"/>
        </pc:sldMkLst>
      </pc:sldChg>
      <pc:sldChg chg="add">
        <pc:chgData name="Tine Staric" userId="fb26da27c530d9fc" providerId="LiveId" clId="{74AE4644-C832-403F-9630-5EF4572BCEC1}" dt="2026-05-18T06:24:58.927" v="4"/>
        <pc:sldMkLst>
          <pc:docMk/>
          <pc:sldMk cId="2097052642" sldId="2147480531"/>
        </pc:sldMkLst>
      </pc:sldChg>
      <pc:sldChg chg="add">
        <pc:chgData name="Tine Staric" userId="fb26da27c530d9fc" providerId="LiveId" clId="{74AE4644-C832-403F-9630-5EF4572BCEC1}" dt="2026-05-18T06:24:58.927" v="4"/>
        <pc:sldMkLst>
          <pc:docMk/>
          <pc:sldMk cId="3702639769" sldId="2147480532"/>
        </pc:sldMkLst>
      </pc:sldChg>
      <pc:sldChg chg="modSp add mod setBg">
        <pc:chgData name="Tine Staric" userId="fb26da27c530d9fc" providerId="LiveId" clId="{74AE4644-C832-403F-9630-5EF4572BCEC1}" dt="2026-06-09T06:19:22.805" v="718" actId="6549"/>
        <pc:sldMkLst>
          <pc:docMk/>
          <pc:sldMk cId="1873663779" sldId="2147480541"/>
        </pc:sldMkLst>
        <pc:spChg chg="mod">
          <ac:chgData name="Tine Staric" userId="fb26da27c530d9fc" providerId="LiveId" clId="{74AE4644-C832-403F-9630-5EF4572BCEC1}" dt="2026-06-09T06:19:22.805" v="718" actId="6549"/>
          <ac:spMkLst>
            <pc:docMk/>
            <pc:sldMk cId="1873663779" sldId="2147480541"/>
            <ac:spMk id="5" creationId="{B89B41C9-AC8D-FF3D-AAB1-8A1FA253DF2D}"/>
          </ac:spMkLst>
        </pc:spChg>
      </pc:sldChg>
      <pc:sldChg chg="modSp add mod modClrScheme chgLayout">
        <pc:chgData name="Tine Staric" userId="fb26da27c530d9fc" providerId="LiveId" clId="{74AE4644-C832-403F-9630-5EF4572BCEC1}" dt="2026-06-09T06:08:27.200" v="705" actId="1076"/>
        <pc:sldMkLst>
          <pc:docMk/>
          <pc:sldMk cId="66000968" sldId="2147480545"/>
        </pc:sldMkLst>
        <pc:spChg chg="mod ord">
          <ac:chgData name="Tine Staric" userId="fb26da27c530d9fc" providerId="LiveId" clId="{74AE4644-C832-403F-9630-5EF4572BCEC1}" dt="2026-06-09T06:08:23.479" v="704" actId="1076"/>
          <ac:spMkLst>
            <pc:docMk/>
            <pc:sldMk cId="66000968" sldId="2147480545"/>
            <ac:spMk id="2" creationId="{58108FF3-BB12-76D8-F64B-85EDB13E09E5}"/>
          </ac:spMkLst>
        </pc:spChg>
        <pc:spChg chg="mod ord">
          <ac:chgData name="Tine Staric" userId="fb26da27c530d9fc" providerId="LiveId" clId="{74AE4644-C832-403F-9630-5EF4572BCEC1}" dt="2026-06-09T06:08:27.200" v="705" actId="1076"/>
          <ac:spMkLst>
            <pc:docMk/>
            <pc:sldMk cId="66000968" sldId="2147480545"/>
            <ac:spMk id="3" creationId="{3E8BC114-8650-184A-8727-F28F1AF58137}"/>
          </ac:spMkLst>
        </pc:spChg>
      </pc:sldChg>
      <pc:sldChg chg="addSp delSp modSp new mod ord modClrScheme chgLayout">
        <pc:chgData name="Tine Staric" userId="fb26da27c530d9fc" providerId="LiveId" clId="{74AE4644-C832-403F-9630-5EF4572BCEC1}" dt="2026-06-09T06:15:40.480" v="711"/>
        <pc:sldMkLst>
          <pc:docMk/>
          <pc:sldMk cId="3038307955" sldId="2147480546"/>
        </pc:sldMkLst>
        <pc:spChg chg="add mod">
          <ac:chgData name="Tine Staric" userId="fb26da27c530d9fc" providerId="LiveId" clId="{74AE4644-C832-403F-9630-5EF4572BCEC1}" dt="2026-05-20T11:35:40.712" v="440"/>
          <ac:spMkLst>
            <pc:docMk/>
            <pc:sldMk cId="3038307955" sldId="2147480546"/>
            <ac:spMk id="5" creationId="{272A78E7-BB86-419C-9BBF-B74225A82191}"/>
          </ac:spMkLst>
        </pc:spChg>
        <pc:spChg chg="add mod">
          <ac:chgData name="Tine Staric" userId="fb26da27c530d9fc" providerId="LiveId" clId="{74AE4644-C832-403F-9630-5EF4572BCEC1}" dt="2026-05-20T11:35:40.721" v="447"/>
          <ac:spMkLst>
            <pc:docMk/>
            <pc:sldMk cId="3038307955" sldId="2147480546"/>
            <ac:spMk id="6" creationId="{5B585E4F-2FA8-4F5E-B207-D93412F9F6E8}"/>
          </ac:spMkLst>
        </pc:spChg>
        <pc:spChg chg="add mod">
          <ac:chgData name="Tine Staric" userId="fb26da27c530d9fc" providerId="LiveId" clId="{74AE4644-C832-403F-9630-5EF4572BCEC1}" dt="2026-05-20T11:35:40.729" v="454"/>
          <ac:spMkLst>
            <pc:docMk/>
            <pc:sldMk cId="3038307955" sldId="2147480546"/>
            <ac:spMk id="7" creationId="{0A68B79C-15CF-4261-83B8-3C712EED6E3C}"/>
          </ac:spMkLst>
        </pc:spChg>
        <pc:spChg chg="add mod">
          <ac:chgData name="Tine Staric" userId="fb26da27c530d9fc" providerId="LiveId" clId="{74AE4644-C832-403F-9630-5EF4572BCEC1}" dt="2026-05-20T11:35:40.742" v="461"/>
          <ac:spMkLst>
            <pc:docMk/>
            <pc:sldMk cId="3038307955" sldId="2147480546"/>
            <ac:spMk id="8" creationId="{E6A6BFEA-6831-4A4C-B64B-3317117D223E}"/>
          </ac:spMkLst>
        </pc:spChg>
        <pc:spChg chg="add mod">
          <ac:chgData name="Tine Staric" userId="fb26da27c530d9fc" providerId="LiveId" clId="{74AE4644-C832-403F-9630-5EF4572BCEC1}" dt="2026-05-20T11:35:40.749" v="468"/>
          <ac:spMkLst>
            <pc:docMk/>
            <pc:sldMk cId="3038307955" sldId="2147480546"/>
            <ac:spMk id="9" creationId="{DB4E9F87-4958-4AC8-AD36-82689022245D}"/>
          </ac:spMkLst>
        </pc:spChg>
        <pc:spChg chg="add mod">
          <ac:chgData name="Tine Staric" userId="fb26da27c530d9fc" providerId="LiveId" clId="{74AE4644-C832-403F-9630-5EF4572BCEC1}" dt="2026-05-20T11:35:40.755" v="475"/>
          <ac:spMkLst>
            <pc:docMk/>
            <pc:sldMk cId="3038307955" sldId="2147480546"/>
            <ac:spMk id="10" creationId="{6E1CF370-6D41-40C7-96BC-2FE70D8A0C7A}"/>
          </ac:spMkLst>
        </pc:spChg>
        <pc:spChg chg="add mod">
          <ac:chgData name="Tine Staric" userId="fb26da27c530d9fc" providerId="LiveId" clId="{74AE4644-C832-403F-9630-5EF4572BCEC1}" dt="2026-05-20T11:35:40.756" v="478"/>
          <ac:spMkLst>
            <pc:docMk/>
            <pc:sldMk cId="3038307955" sldId="2147480546"/>
            <ac:spMk id="11" creationId="{488670BD-AA22-41DA-BDA7-99E3DFF4A60E}"/>
          </ac:spMkLst>
        </pc:spChg>
        <pc:spChg chg="add mod">
          <ac:chgData name="Tine Staric" userId="fb26da27c530d9fc" providerId="LiveId" clId="{74AE4644-C832-403F-9630-5EF4572BCEC1}" dt="2026-05-20T11:35:40.758" v="481"/>
          <ac:spMkLst>
            <pc:docMk/>
            <pc:sldMk cId="3038307955" sldId="2147480546"/>
            <ac:spMk id="12" creationId="{4880C3C8-DE7E-49AE-B4E8-29590904731A}"/>
          </ac:spMkLst>
        </pc:spChg>
        <pc:spChg chg="add mod">
          <ac:chgData name="Tine Staric" userId="fb26da27c530d9fc" providerId="LiveId" clId="{74AE4644-C832-403F-9630-5EF4572BCEC1}" dt="2026-05-20T11:35:40.768" v="490"/>
          <ac:spMkLst>
            <pc:docMk/>
            <pc:sldMk cId="3038307955" sldId="2147480546"/>
            <ac:spMk id="13" creationId="{267EFED9-DEE9-4808-BC34-8D41940085E6}"/>
          </ac:spMkLst>
        </pc:spChg>
        <pc:spChg chg="add mod">
          <ac:chgData name="Tine Staric" userId="fb26da27c530d9fc" providerId="LiveId" clId="{74AE4644-C832-403F-9630-5EF4572BCEC1}" dt="2026-05-20T11:35:40.774" v="499"/>
          <ac:spMkLst>
            <pc:docMk/>
            <pc:sldMk cId="3038307955" sldId="2147480546"/>
            <ac:spMk id="14" creationId="{B14C79C0-322B-4BF0-AB53-D12178CAC18C}"/>
          </ac:spMkLst>
        </pc:spChg>
        <pc:spChg chg="add mod">
          <ac:chgData name="Tine Staric" userId="fb26da27c530d9fc" providerId="LiveId" clId="{74AE4644-C832-403F-9630-5EF4572BCEC1}" dt="2026-05-20T11:35:40.777" v="502"/>
          <ac:spMkLst>
            <pc:docMk/>
            <pc:sldMk cId="3038307955" sldId="2147480546"/>
            <ac:spMk id="15" creationId="{85F99152-11D6-4E77-A7B0-EF38046294DA}"/>
          </ac:spMkLst>
        </pc:spChg>
        <pc:spChg chg="add mod">
          <ac:chgData name="Tine Staric" userId="fb26da27c530d9fc" providerId="LiveId" clId="{74AE4644-C832-403F-9630-5EF4572BCEC1}" dt="2026-05-20T11:35:40.779" v="505"/>
          <ac:spMkLst>
            <pc:docMk/>
            <pc:sldMk cId="3038307955" sldId="2147480546"/>
            <ac:spMk id="16" creationId="{C6751AB2-172C-479A-A381-21FD138AEB09}"/>
          </ac:spMkLst>
        </pc:spChg>
        <pc:spChg chg="add mod">
          <ac:chgData name="Tine Staric" userId="fb26da27c530d9fc" providerId="LiveId" clId="{74AE4644-C832-403F-9630-5EF4572BCEC1}" dt="2026-05-20T11:35:40.786" v="514"/>
          <ac:spMkLst>
            <pc:docMk/>
            <pc:sldMk cId="3038307955" sldId="2147480546"/>
            <ac:spMk id="17" creationId="{C4E11314-392B-4271-B6B8-BD49F391D26E}"/>
          </ac:spMkLst>
        </pc:spChg>
        <pc:spChg chg="add mod">
          <ac:chgData name="Tine Staric" userId="fb26da27c530d9fc" providerId="LiveId" clId="{74AE4644-C832-403F-9630-5EF4572BCEC1}" dt="2026-05-20T11:35:40.795" v="523"/>
          <ac:spMkLst>
            <pc:docMk/>
            <pc:sldMk cId="3038307955" sldId="2147480546"/>
            <ac:spMk id="18" creationId="{832B59CC-B9DB-40AD-9D1A-F1CA1F3D27A0}"/>
          </ac:spMkLst>
        </pc:spChg>
        <pc:spChg chg="add mod">
          <ac:chgData name="Tine Staric" userId="fb26da27c530d9fc" providerId="LiveId" clId="{74AE4644-C832-403F-9630-5EF4572BCEC1}" dt="2026-05-20T11:35:40.798" v="526"/>
          <ac:spMkLst>
            <pc:docMk/>
            <pc:sldMk cId="3038307955" sldId="2147480546"/>
            <ac:spMk id="19" creationId="{DBFD741E-EFE6-4D14-8610-883B446C400B}"/>
          </ac:spMkLst>
        </pc:spChg>
        <pc:spChg chg="add mod">
          <ac:chgData name="Tine Staric" userId="fb26da27c530d9fc" providerId="LiveId" clId="{74AE4644-C832-403F-9630-5EF4572BCEC1}" dt="2026-05-20T11:35:40.799" v="529"/>
          <ac:spMkLst>
            <pc:docMk/>
            <pc:sldMk cId="3038307955" sldId="2147480546"/>
            <ac:spMk id="20" creationId="{DEEFFDC2-F1FA-41AF-BE35-C9811CE081F3}"/>
          </ac:spMkLst>
        </pc:spChg>
        <pc:spChg chg="add mod">
          <ac:chgData name="Tine Staric" userId="fb26da27c530d9fc" providerId="LiveId" clId="{74AE4644-C832-403F-9630-5EF4572BCEC1}" dt="2026-05-20T11:35:40.805" v="538"/>
          <ac:spMkLst>
            <pc:docMk/>
            <pc:sldMk cId="3038307955" sldId="2147480546"/>
            <ac:spMk id="21" creationId="{756EE2F2-C84F-4B43-A318-51C6A7019E63}"/>
          </ac:spMkLst>
        </pc:spChg>
        <pc:spChg chg="add mod">
          <ac:chgData name="Tine Staric" userId="fb26da27c530d9fc" providerId="LiveId" clId="{74AE4644-C832-403F-9630-5EF4572BCEC1}" dt="2026-05-20T11:35:40.813" v="547"/>
          <ac:spMkLst>
            <pc:docMk/>
            <pc:sldMk cId="3038307955" sldId="2147480546"/>
            <ac:spMk id="22" creationId="{C5F5FC21-81A8-4C97-9A33-3D6FD04E247C}"/>
          </ac:spMkLst>
        </pc:spChg>
        <pc:spChg chg="add mod">
          <ac:chgData name="Tine Staric" userId="fb26da27c530d9fc" providerId="LiveId" clId="{74AE4644-C832-403F-9630-5EF4572BCEC1}" dt="2026-05-20T11:35:40.815" v="550"/>
          <ac:spMkLst>
            <pc:docMk/>
            <pc:sldMk cId="3038307955" sldId="2147480546"/>
            <ac:spMk id="23" creationId="{1CA645EF-FD54-4A46-AAC5-25B9D32B421C}"/>
          </ac:spMkLst>
        </pc:spChg>
        <pc:spChg chg="add mod">
          <ac:chgData name="Tine Staric" userId="fb26da27c530d9fc" providerId="LiveId" clId="{74AE4644-C832-403F-9630-5EF4572BCEC1}" dt="2026-05-20T11:35:40.817" v="553"/>
          <ac:spMkLst>
            <pc:docMk/>
            <pc:sldMk cId="3038307955" sldId="2147480546"/>
            <ac:spMk id="24" creationId="{DAB5282F-EFFE-4161-BE39-6441FE2DBB1B}"/>
          </ac:spMkLst>
        </pc:spChg>
        <pc:spChg chg="add mod">
          <ac:chgData name="Tine Staric" userId="fb26da27c530d9fc" providerId="LiveId" clId="{74AE4644-C832-403F-9630-5EF4572BCEC1}" dt="2026-05-20T11:35:40.827" v="562"/>
          <ac:spMkLst>
            <pc:docMk/>
            <pc:sldMk cId="3038307955" sldId="2147480546"/>
            <ac:spMk id="25" creationId="{FF48F4F2-68E4-440C-974D-B54F9E6C42AE}"/>
          </ac:spMkLst>
        </pc:spChg>
        <pc:spChg chg="add mod">
          <ac:chgData name="Tine Staric" userId="fb26da27c530d9fc" providerId="LiveId" clId="{74AE4644-C832-403F-9630-5EF4572BCEC1}" dt="2026-05-20T11:35:40.835" v="571"/>
          <ac:spMkLst>
            <pc:docMk/>
            <pc:sldMk cId="3038307955" sldId="2147480546"/>
            <ac:spMk id="26" creationId="{C28FBD22-E863-4436-B694-7686AB22E570}"/>
          </ac:spMkLst>
        </pc:spChg>
        <pc:spChg chg="add mod">
          <ac:chgData name="Tine Staric" userId="fb26da27c530d9fc" providerId="LiveId" clId="{74AE4644-C832-403F-9630-5EF4572BCEC1}" dt="2026-05-20T11:35:40.837" v="574"/>
          <ac:spMkLst>
            <pc:docMk/>
            <pc:sldMk cId="3038307955" sldId="2147480546"/>
            <ac:spMk id="27" creationId="{9CCD88FE-C5B3-478B-A27C-E13EAA72A1A8}"/>
          </ac:spMkLst>
        </pc:spChg>
        <pc:spChg chg="add mod">
          <ac:chgData name="Tine Staric" userId="fb26da27c530d9fc" providerId="LiveId" clId="{74AE4644-C832-403F-9630-5EF4572BCEC1}" dt="2026-05-20T11:35:40.839" v="577"/>
          <ac:spMkLst>
            <pc:docMk/>
            <pc:sldMk cId="3038307955" sldId="2147480546"/>
            <ac:spMk id="28" creationId="{683A5968-3F10-47DD-8718-2043196F1349}"/>
          </ac:spMkLst>
        </pc:spChg>
        <pc:spChg chg="add mod">
          <ac:chgData name="Tine Staric" userId="fb26da27c530d9fc" providerId="LiveId" clId="{74AE4644-C832-403F-9630-5EF4572BCEC1}" dt="2026-05-20T11:35:40.851" v="586"/>
          <ac:spMkLst>
            <pc:docMk/>
            <pc:sldMk cId="3038307955" sldId="2147480546"/>
            <ac:spMk id="29" creationId="{FA10FAF8-4363-4A14-AA74-C1BFC6CA0DA4}"/>
          </ac:spMkLst>
        </pc:spChg>
        <pc:spChg chg="add mod">
          <ac:chgData name="Tine Staric" userId="fb26da27c530d9fc" providerId="LiveId" clId="{74AE4644-C832-403F-9630-5EF4572BCEC1}" dt="2026-05-20T11:35:40.860" v="595"/>
          <ac:spMkLst>
            <pc:docMk/>
            <pc:sldMk cId="3038307955" sldId="2147480546"/>
            <ac:spMk id="30" creationId="{7A705F11-7216-4895-B97C-31F4DD4B71DD}"/>
          </ac:spMkLst>
        </pc:spChg>
        <pc:spChg chg="add mod">
          <ac:chgData name="Tine Staric" userId="fb26da27c530d9fc" providerId="LiveId" clId="{74AE4644-C832-403F-9630-5EF4572BCEC1}" dt="2026-05-20T11:35:40.870" v="604"/>
          <ac:spMkLst>
            <pc:docMk/>
            <pc:sldMk cId="3038307955" sldId="2147480546"/>
            <ac:spMk id="31" creationId="{133CF893-DD8C-4B4D-B227-4C4CD844FB25}"/>
          </ac:spMkLst>
        </pc:spChg>
        <pc:spChg chg="add mod">
          <ac:chgData name="Tine Staric" userId="fb26da27c530d9fc" providerId="LiveId" clId="{74AE4644-C832-403F-9630-5EF4572BCEC1}" dt="2026-05-20T11:35:40.873" v="607"/>
          <ac:spMkLst>
            <pc:docMk/>
            <pc:sldMk cId="3038307955" sldId="2147480546"/>
            <ac:spMk id="32" creationId="{DD33A017-9E12-4835-9586-83F1A1872AA5}"/>
          </ac:spMkLst>
        </pc:spChg>
      </pc:sldChg>
      <pc:sldChg chg="add">
        <pc:chgData name="Tine Staric" userId="fb26da27c530d9fc" providerId="LiveId" clId="{74AE4644-C832-403F-9630-5EF4572BCEC1}" dt="2026-05-20T11:25:42.572" v="398"/>
        <pc:sldMkLst>
          <pc:docMk/>
          <pc:sldMk cId="2128279418" sldId="2147480547"/>
        </pc:sldMkLst>
      </pc:sldChg>
      <pc:sldChg chg="add">
        <pc:chgData name="Tine Staric" userId="fb26da27c530d9fc" providerId="LiveId" clId="{74AE4644-C832-403F-9630-5EF4572BCEC1}" dt="2026-05-20T11:26:42.472" v="400"/>
        <pc:sldMkLst>
          <pc:docMk/>
          <pc:sldMk cId="2866817502" sldId="2147480548"/>
        </pc:sldMkLst>
      </pc:sldChg>
      <pc:sldChg chg="add">
        <pc:chgData name="Tine Staric" userId="fb26da27c530d9fc" providerId="LiveId" clId="{74AE4644-C832-403F-9630-5EF4572BCEC1}" dt="2026-05-20T11:26:54.994" v="402"/>
        <pc:sldMkLst>
          <pc:docMk/>
          <pc:sldMk cId="447060976" sldId="2147480549"/>
        </pc:sldMkLst>
      </pc:sldChg>
      <pc:sldChg chg="add">
        <pc:chgData name="Tine Staric" userId="fb26da27c530d9fc" providerId="LiveId" clId="{74AE4644-C832-403F-9630-5EF4572BCEC1}" dt="2026-05-20T11:27:10.308" v="404"/>
        <pc:sldMkLst>
          <pc:docMk/>
          <pc:sldMk cId="908483112" sldId="2147480550"/>
        </pc:sldMkLst>
      </pc:sldChg>
      <pc:sldChg chg="add">
        <pc:chgData name="Tine Staric" userId="fb26da27c530d9fc" providerId="LiveId" clId="{74AE4644-C832-403F-9630-5EF4572BCEC1}" dt="2026-05-20T11:27:24.745" v="406"/>
        <pc:sldMkLst>
          <pc:docMk/>
          <pc:sldMk cId="1952510878" sldId="2147480551"/>
        </pc:sldMkLst>
      </pc:sldChg>
      <pc:sldChg chg="add">
        <pc:chgData name="Tine Staric" userId="fb26da27c530d9fc" providerId="LiveId" clId="{74AE4644-C832-403F-9630-5EF4572BCEC1}" dt="2026-05-20T11:27:40.019" v="408"/>
        <pc:sldMkLst>
          <pc:docMk/>
          <pc:sldMk cId="687667446" sldId="2147480552"/>
        </pc:sldMkLst>
      </pc:sldChg>
      <pc:sldChg chg="add">
        <pc:chgData name="Tine Staric" userId="fb26da27c530d9fc" providerId="LiveId" clId="{74AE4644-C832-403F-9630-5EF4572BCEC1}" dt="2026-05-20T11:28:35.677" v="410"/>
        <pc:sldMkLst>
          <pc:docMk/>
          <pc:sldMk cId="4282253699" sldId="2147480553"/>
        </pc:sldMkLst>
      </pc:sldChg>
      <pc:sldChg chg="modSp add mod">
        <pc:chgData name="Tine Staric" userId="fb26da27c530d9fc" providerId="LiveId" clId="{74AE4644-C832-403F-9630-5EF4572BCEC1}" dt="2026-05-20T11:33:32.950" v="429" actId="20577"/>
        <pc:sldMkLst>
          <pc:docMk/>
          <pc:sldMk cId="2821914523" sldId="2147480554"/>
        </pc:sldMkLst>
        <pc:spChg chg="mod">
          <ac:chgData name="Tine Staric" userId="fb26da27c530d9fc" providerId="LiveId" clId="{74AE4644-C832-403F-9630-5EF4572BCEC1}" dt="2026-05-20T11:33:32.950" v="429" actId="20577"/>
          <ac:spMkLst>
            <pc:docMk/>
            <pc:sldMk cId="2821914523" sldId="2147480554"/>
            <ac:spMk id="9" creationId="{00000000-0000-0000-0000-000000000000}"/>
          </ac:spMkLst>
        </pc:spChg>
      </pc:sldChg>
      <pc:sldChg chg="modSp add mod">
        <pc:chgData name="Tine Staric" userId="fb26da27c530d9fc" providerId="LiveId" clId="{74AE4644-C832-403F-9630-5EF4572BCEC1}" dt="2026-05-20T11:34:55.274" v="433" actId="6549"/>
        <pc:sldMkLst>
          <pc:docMk/>
          <pc:sldMk cId="980100984" sldId="2147480556"/>
        </pc:sldMkLst>
        <pc:spChg chg="mod">
          <ac:chgData name="Tine Staric" userId="fb26da27c530d9fc" providerId="LiveId" clId="{74AE4644-C832-403F-9630-5EF4572BCEC1}" dt="2026-05-20T11:34:55.274" v="433" actId="6549"/>
          <ac:spMkLst>
            <pc:docMk/>
            <pc:sldMk cId="980100984" sldId="2147480556"/>
            <ac:spMk id="900" creationId="{00000000-0000-0000-0000-000000000000}"/>
          </ac:spMkLst>
        </pc:spChg>
      </pc:sldChg>
      <pc:sldChg chg="add del">
        <pc:chgData name="Tine Staric" userId="fb26da27c530d9fc" providerId="LiveId" clId="{74AE4644-C832-403F-9630-5EF4572BCEC1}" dt="2026-06-09T05:57:54.555" v="701" actId="47"/>
        <pc:sldMkLst>
          <pc:docMk/>
          <pc:sldMk cId="1673528447" sldId="2147480557"/>
        </pc:sldMkLst>
      </pc:sldChg>
      <pc:sldChg chg="modSp add mod">
        <pc:chgData name="Tine Staric" userId="fb26da27c530d9fc" providerId="LiveId" clId="{74AE4644-C832-403F-9630-5EF4572BCEC1}" dt="2026-05-20T11:39:47.851" v="637"/>
        <pc:sldMkLst>
          <pc:docMk/>
          <pc:sldMk cId="3583542345" sldId="2147480558"/>
        </pc:sldMkLst>
        <pc:spChg chg="mod">
          <ac:chgData name="Tine Staric" userId="fb26da27c530d9fc" providerId="LiveId" clId="{74AE4644-C832-403F-9630-5EF4572BCEC1}" dt="2026-05-20T11:39:47.851" v="637"/>
          <ac:spMkLst>
            <pc:docMk/>
            <pc:sldMk cId="3583542345" sldId="2147480558"/>
            <ac:spMk id="3" creationId="{00000000-0000-0000-0000-000000000000}"/>
          </ac:spMkLst>
        </pc:spChg>
      </pc:sldChg>
      <pc:sldChg chg="modSp add del mod">
        <pc:chgData name="Tine Staric" userId="fb26da27c530d9fc" providerId="LiveId" clId="{74AE4644-C832-403F-9630-5EF4572BCEC1}" dt="2026-06-09T06:12:10.510" v="707" actId="47"/>
        <pc:sldMkLst>
          <pc:docMk/>
          <pc:sldMk cId="285782739" sldId="2147480559"/>
        </pc:sldMkLst>
      </pc:sldChg>
      <pc:sldChg chg="add del">
        <pc:chgData name="Tine Staric" userId="fb26da27c530d9fc" providerId="LiveId" clId="{74AE4644-C832-403F-9630-5EF4572BCEC1}" dt="2026-06-09T06:15:57.623" v="713" actId="47"/>
        <pc:sldMkLst>
          <pc:docMk/>
          <pc:sldMk cId="3579065135" sldId="2147480560"/>
        </pc:sldMkLst>
      </pc:sldChg>
      <pc:sldChg chg="add del ord">
        <pc:chgData name="Tine Staric" userId="fb26da27c530d9fc" providerId="LiveId" clId="{74AE4644-C832-403F-9630-5EF4572BCEC1}" dt="2026-06-09T06:18:58.101" v="717" actId="47"/>
        <pc:sldMkLst>
          <pc:docMk/>
          <pc:sldMk cId="1775767262" sldId="2147480561"/>
        </pc:sldMkLst>
      </pc:sldChg>
      <pc:sldChg chg="add">
        <pc:chgData name="Tine Staric" userId="fb26da27c530d9fc" providerId="LiveId" clId="{74AE4644-C832-403F-9630-5EF4572BCEC1}" dt="2026-05-20T11:34:08.182" v="430"/>
        <pc:sldMkLst>
          <pc:docMk/>
          <pc:sldMk cId="3360532223" sldId="2147480562"/>
        </pc:sldMkLst>
      </pc:sldChg>
      <pc:sldChg chg="add">
        <pc:chgData name="Tine Staric" userId="fb26da27c530d9fc" providerId="LiveId" clId="{74AE4644-C832-403F-9630-5EF4572BCEC1}" dt="2026-05-20T11:36:15.456" v="608"/>
        <pc:sldMkLst>
          <pc:docMk/>
          <pc:sldMk cId="1303480494" sldId="2147480563"/>
        </pc:sldMkLst>
      </pc:sldChg>
      <pc:sldChg chg="add">
        <pc:chgData name="Tine Staric" userId="fb26da27c530d9fc" providerId="LiveId" clId="{74AE4644-C832-403F-9630-5EF4572BCEC1}" dt="2026-05-20T11:37:02.433" v="610"/>
        <pc:sldMkLst>
          <pc:docMk/>
          <pc:sldMk cId="2011545763" sldId="2147480564"/>
        </pc:sldMkLst>
      </pc:sldChg>
      <pc:sldChg chg="add">
        <pc:chgData name="Tine Staric" userId="fb26da27c530d9fc" providerId="LiveId" clId="{74AE4644-C832-403F-9630-5EF4572BCEC1}" dt="2026-05-20T11:37:44.629" v="632"/>
        <pc:sldMkLst>
          <pc:docMk/>
          <pc:sldMk cId="2158518820" sldId="2147480565"/>
        </pc:sldMkLst>
      </pc:sldChg>
      <pc:sldChg chg="delSp add mod">
        <pc:chgData name="Tine Staric" userId="fb26da27c530d9fc" providerId="LiveId" clId="{74AE4644-C832-403F-9630-5EF4572BCEC1}" dt="2026-05-20T11:39:24.988" v="636"/>
        <pc:sldMkLst>
          <pc:docMk/>
          <pc:sldMk cId="1911901083" sldId="2147480566"/>
        </pc:sldMkLst>
      </pc:sldChg>
      <pc:sldChg chg="addSp delSp modSp add mod">
        <pc:chgData name="Tine Staric" userId="fb26da27c530d9fc" providerId="LiveId" clId="{74AE4644-C832-403F-9630-5EF4572BCEC1}" dt="2026-06-09T05:48:29.956" v="699" actId="20577"/>
        <pc:sldMkLst>
          <pc:docMk/>
          <pc:sldMk cId="1496180325" sldId="2147480567"/>
        </pc:sldMkLst>
        <pc:spChg chg="add del mod">
          <ac:chgData name="Tine Staric" userId="fb26da27c530d9fc" providerId="LiveId" clId="{74AE4644-C832-403F-9630-5EF4572BCEC1}" dt="2026-06-09T05:48:29.956" v="699" actId="20577"/>
          <ac:spMkLst>
            <pc:docMk/>
            <pc:sldMk cId="1496180325" sldId="2147480567"/>
            <ac:spMk id="5" creationId="{C5356677-2F71-29F3-5C43-483D7F0270F5}"/>
          </ac:spMkLst>
        </pc:spChg>
      </pc:sldChg>
      <pc:sldChg chg="del mod modShow">
        <pc:chgData name="Tine Staric" userId="fb26da27c530d9fc" providerId="LiveId" clId="{74AE4644-C832-403F-9630-5EF4572BCEC1}" dt="2026-06-09T04:11:15.792" v="642" actId="47"/>
        <pc:sldMkLst>
          <pc:docMk/>
          <pc:sldMk cId="3936310155" sldId="2147480567"/>
        </pc:sldMkLst>
      </pc:sldChg>
      <pc:sldChg chg="del mod modShow">
        <pc:chgData name="Tine Staric" userId="fb26da27c530d9fc" providerId="LiveId" clId="{74AE4644-C832-403F-9630-5EF4572BCEC1}" dt="2026-06-09T04:11:17.278" v="643" actId="47"/>
        <pc:sldMkLst>
          <pc:docMk/>
          <pc:sldMk cId="0" sldId="2147480568"/>
        </pc:sldMkLst>
      </pc:sldChg>
      <pc:sldChg chg="add">
        <pc:chgData name="Tine Staric" userId="fb26da27c530d9fc" providerId="LiveId" clId="{74AE4644-C832-403F-9630-5EF4572BCEC1}" dt="2026-06-09T04:13:32.775" v="652"/>
        <pc:sldMkLst>
          <pc:docMk/>
          <pc:sldMk cId="1275204625" sldId="2147480568"/>
        </pc:sldMkLst>
      </pc:sldChg>
      <pc:sldChg chg="modSp add mod ord">
        <pc:chgData name="Tine Staric" userId="fb26da27c530d9fc" providerId="LiveId" clId="{74AE4644-C832-403F-9630-5EF4572BCEC1}" dt="2026-06-09T04:16:57.862" v="683"/>
        <pc:sldMkLst>
          <pc:docMk/>
          <pc:sldMk cId="1212653826" sldId="2147480569"/>
        </pc:sldMkLst>
        <pc:spChg chg="mod">
          <ac:chgData name="Tine Staric" userId="fb26da27c530d9fc" providerId="LiveId" clId="{74AE4644-C832-403F-9630-5EF4572BCEC1}" dt="2026-06-09T04:16:45.022" v="681" actId="20577"/>
          <ac:spMkLst>
            <pc:docMk/>
            <pc:sldMk cId="1212653826" sldId="2147480569"/>
            <ac:spMk id="2" creationId="{00000000-0000-0000-0000-000000000000}"/>
          </ac:spMkLst>
        </pc:spChg>
      </pc:sldChg>
      <pc:sldChg chg="del mod modShow">
        <pc:chgData name="Tine Staric" userId="fb26da27c530d9fc" providerId="LiveId" clId="{74AE4644-C832-403F-9630-5EF4572BCEC1}" dt="2026-06-09T04:11:18.671" v="644" actId="47"/>
        <pc:sldMkLst>
          <pc:docMk/>
          <pc:sldMk cId="1275204625" sldId="2147480569"/>
        </pc:sldMkLst>
      </pc:sldChg>
      <pc:sldChg chg="add del mod ord modShow">
        <pc:chgData name="Tine Staric" userId="fb26da27c530d9fc" providerId="LiveId" clId="{74AE4644-C832-403F-9630-5EF4572BCEC1}" dt="2026-06-09T06:15:40.480" v="711"/>
        <pc:sldMkLst>
          <pc:docMk/>
          <pc:sldMk cId="0" sldId="2147480570"/>
        </pc:sldMkLst>
      </pc:sldChg>
      <pc:sldChg chg="add">
        <pc:chgData name="Tine Staric" userId="fb26da27c530d9fc" providerId="LiveId" clId="{74AE4644-C832-403F-9630-5EF4572BCEC1}" dt="2026-06-09T04:18:50.890" v="686"/>
        <pc:sldMkLst>
          <pc:docMk/>
          <pc:sldMk cId="61639477" sldId="2147480571"/>
        </pc:sldMkLst>
      </pc:sldChg>
      <pc:sldChg chg="del mod modShow">
        <pc:chgData name="Tine Staric" userId="fb26da27c530d9fc" providerId="LiveId" clId="{74AE4644-C832-403F-9630-5EF4572BCEC1}" dt="2026-06-09T04:11:20.812" v="646" actId="47"/>
        <pc:sldMkLst>
          <pc:docMk/>
          <pc:sldMk cId="1496180325" sldId="2147480571"/>
        </pc:sldMkLst>
      </pc:sldChg>
      <pc:sldChg chg="add">
        <pc:chgData name="Tine Staric" userId="fb26da27c530d9fc" providerId="LiveId" clId="{74AE4644-C832-403F-9630-5EF4572BCEC1}" dt="2026-06-09T06:15:55.802" v="712"/>
        <pc:sldMkLst>
          <pc:docMk/>
          <pc:sldMk cId="1042744922" sldId="2147480572"/>
        </pc:sldMkLst>
      </pc:sldChg>
      <pc:sldChg chg="del mod modShow">
        <pc:chgData name="Tine Staric" userId="fb26da27c530d9fc" providerId="LiveId" clId="{74AE4644-C832-403F-9630-5EF4572BCEC1}" dt="2026-06-09T04:11:21.579" v="647" actId="47"/>
        <pc:sldMkLst>
          <pc:docMk/>
          <pc:sldMk cId="2272221440" sldId="2147480572"/>
        </pc:sldMkLst>
      </pc:sldChg>
      <pc:sldChg chg="del mod modShow">
        <pc:chgData name="Tine Staric" userId="fb26da27c530d9fc" providerId="LiveId" clId="{74AE4644-C832-403F-9630-5EF4572BCEC1}" dt="2026-06-09T04:11:22.428" v="648" actId="47"/>
        <pc:sldMkLst>
          <pc:docMk/>
          <pc:sldMk cId="1119963531" sldId="2147480573"/>
        </pc:sldMkLst>
      </pc:sldChg>
      <pc:sldChg chg="del">
        <pc:chgData name="Tine Staric" userId="fb26da27c530d9fc" providerId="LiveId" clId="{74AE4644-C832-403F-9630-5EF4572BCEC1}" dt="2026-06-09T04:11:11.727" v="641" actId="47"/>
        <pc:sldMkLst>
          <pc:docMk/>
          <pc:sldMk cId="0" sldId="2147480574"/>
        </pc:sldMkLst>
      </pc:sldChg>
      <pc:sldChg chg="add">
        <pc:chgData name="Tine Staric" userId="fb26da27c530d9fc" providerId="LiveId" clId="{74AE4644-C832-403F-9630-5EF4572BCEC1}" dt="2026-06-09T06:18:56.630" v="716"/>
        <pc:sldMkLst>
          <pc:docMk/>
          <pc:sldMk cId="844832315" sldId="2147480574"/>
        </pc:sldMkLst>
      </pc:sldChg>
      <pc:sldChg chg="del">
        <pc:chgData name="Tine Staric" userId="fb26da27c530d9fc" providerId="LiveId" clId="{74AE4644-C832-403F-9630-5EF4572BCEC1}" dt="2026-06-09T04:12:01.302" v="649" actId="2696"/>
        <pc:sldMkLst>
          <pc:docMk/>
          <pc:sldMk cId="0" sldId="2147480575"/>
        </pc:sldMkLst>
      </pc:sldChg>
      <pc:sldChg chg="add ord">
        <pc:chgData name="Tine Staric" userId="fb26da27c530d9fc" providerId="LiveId" clId="{74AE4644-C832-403F-9630-5EF4572BCEC1}" dt="2026-06-09T04:15:12.774" v="660"/>
        <pc:sldMkLst>
          <pc:docMk/>
          <pc:sldMk cId="787028894" sldId="2147480575"/>
        </pc:sldMkLst>
      </pc:sldChg>
      <pc:sldChg chg="del">
        <pc:chgData name="Tine Staric" userId="fb26da27c530d9fc" providerId="LiveId" clId="{74AE4644-C832-403F-9630-5EF4572BCEC1}" dt="2026-06-09T04:14:54.533" v="657" actId="47"/>
        <pc:sldMkLst>
          <pc:docMk/>
          <pc:sldMk cId="0" sldId="2147480576"/>
        </pc:sldMkLst>
      </pc:sldChg>
      <pc:sldChg chg="del">
        <pc:chgData name="Tine Staric" userId="fb26da27c530d9fc" providerId="LiveId" clId="{74AE4644-C832-403F-9630-5EF4572BCEC1}" dt="2026-06-09T04:14:49.071" v="656" actId="47"/>
        <pc:sldMkLst>
          <pc:docMk/>
          <pc:sldMk cId="4215536529" sldId="2147480577"/>
        </pc:sldMkLst>
      </pc:sldChg>
      <pc:sldChg chg="del">
        <pc:chgData name="Tine Staric" userId="fb26da27c530d9fc" providerId="LiveId" clId="{74AE4644-C832-403F-9630-5EF4572BCEC1}" dt="2026-06-09T04:12:14.935" v="651" actId="47"/>
        <pc:sldMkLst>
          <pc:docMk/>
          <pc:sldMk cId="0" sldId="2147480578"/>
        </pc:sldMkLst>
      </pc:sldChg>
      <pc:sldChg chg="del">
        <pc:chgData name="Tine Staric" userId="fb26da27c530d9fc" providerId="LiveId" clId="{74AE4644-C832-403F-9630-5EF4572BCEC1}" dt="2026-06-09T04:15:16.909" v="661" actId="47"/>
        <pc:sldMkLst>
          <pc:docMk/>
          <pc:sldMk cId="201748849" sldId="2147480579"/>
        </pc:sldMkLst>
      </pc:sldChg>
      <pc:sldChg chg="del">
        <pc:chgData name="Tine Staric" userId="fb26da27c530d9fc" providerId="LiveId" clId="{74AE4644-C832-403F-9630-5EF4572BCEC1}" dt="2026-06-09T04:15:16.909" v="661" actId="47"/>
        <pc:sldMkLst>
          <pc:docMk/>
          <pc:sldMk cId="0" sldId="2147480580"/>
        </pc:sldMkLst>
      </pc:sldChg>
      <pc:sldChg chg="del">
        <pc:chgData name="Tine Staric" userId="fb26da27c530d9fc" providerId="LiveId" clId="{74AE4644-C832-403F-9630-5EF4572BCEC1}" dt="2026-06-09T04:18:19.227" v="685" actId="47"/>
        <pc:sldMkLst>
          <pc:docMk/>
          <pc:sldMk cId="0" sldId="2147480581"/>
        </pc:sldMkLst>
      </pc:sldChg>
      <pc:sldChg chg="add">
        <pc:chgData name="Tine Staric" userId="fb26da27c530d9fc" providerId="LiveId" clId="{74AE4644-C832-403F-9630-5EF4572BCEC1}" dt="2026-06-09T04:13:32.775" v="652"/>
        <pc:sldMkLst>
          <pc:docMk/>
          <pc:sldMk cId="0" sldId="2147480582"/>
        </pc:sldMkLst>
      </pc:sldChg>
      <pc:sldChg chg="add">
        <pc:chgData name="Tine Staric" userId="fb26da27c530d9fc" providerId="LiveId" clId="{74AE4644-C832-403F-9630-5EF4572BCEC1}" dt="2026-06-09T04:13:32.775" v="652"/>
        <pc:sldMkLst>
          <pc:docMk/>
          <pc:sldMk cId="2612237975" sldId="2147480583"/>
        </pc:sldMkLst>
      </pc:sldChg>
      <pc:sldChg chg="add">
        <pc:chgData name="Tine Staric" userId="fb26da27c530d9fc" providerId="LiveId" clId="{74AE4644-C832-403F-9630-5EF4572BCEC1}" dt="2026-06-09T04:19:14.868" v="687"/>
        <pc:sldMkLst>
          <pc:docMk/>
          <pc:sldMk cId="1484791726" sldId="2147480584"/>
        </pc:sldMkLst>
      </pc:sldChg>
      <pc:sldChg chg="add setBg">
        <pc:chgData name="Tine Staric" userId="fb26da27c530d9fc" providerId="LiveId" clId="{74AE4644-C832-403F-9630-5EF4572BCEC1}" dt="2026-06-09T05:57:52.374" v="700"/>
        <pc:sldMkLst>
          <pc:docMk/>
          <pc:sldMk cId="1726061805" sldId="2147480585"/>
        </pc:sldMkLst>
      </pc:sldChg>
      <pc:sldChg chg="add setBg">
        <pc:chgData name="Tine Staric" userId="fb26da27c530d9fc" providerId="LiveId" clId="{74AE4644-C832-403F-9630-5EF4572BCEC1}" dt="2026-06-09T05:57:52.374" v="700"/>
        <pc:sldMkLst>
          <pc:docMk/>
          <pc:sldMk cId="3857662087" sldId="2147480586"/>
        </pc:sldMkLst>
      </pc:sldChg>
      <pc:sldChg chg="add setBg">
        <pc:chgData name="Tine Staric" userId="fb26da27c530d9fc" providerId="LiveId" clId="{74AE4644-C832-403F-9630-5EF4572BCEC1}" dt="2026-06-09T05:57:52.374" v="700"/>
        <pc:sldMkLst>
          <pc:docMk/>
          <pc:sldMk cId="3206536551" sldId="2147480587"/>
        </pc:sldMkLst>
      </pc:sldChg>
      <pc:sldChg chg="add setBg">
        <pc:chgData name="Tine Staric" userId="fb26da27c530d9fc" providerId="LiveId" clId="{74AE4644-C832-403F-9630-5EF4572BCEC1}" dt="2026-06-09T06:12:08.365" v="706"/>
        <pc:sldMkLst>
          <pc:docMk/>
          <pc:sldMk cId="1112823013" sldId="2147480588"/>
        </pc:sldMkLst>
      </pc:sldChg>
      <pc:sldChg chg="add">
        <pc:chgData name="Tine Staric" userId="fb26da27c530d9fc" providerId="LiveId" clId="{74AE4644-C832-403F-9630-5EF4572BCEC1}" dt="2026-06-09T06:12:08.365" v="706"/>
        <pc:sldMkLst>
          <pc:docMk/>
          <pc:sldMk cId="3886538935" sldId="2147480589"/>
        </pc:sldMkLst>
      </pc:sldChg>
      <pc:sldChg chg="add setBg">
        <pc:chgData name="Tine Staric" userId="fb26da27c530d9fc" providerId="LiveId" clId="{74AE4644-C832-403F-9630-5EF4572BCEC1}" dt="2026-06-09T06:15:55.802" v="712"/>
        <pc:sldMkLst>
          <pc:docMk/>
          <pc:sldMk cId="1169618879" sldId="2147480590"/>
        </pc:sldMkLst>
      </pc:sldChg>
      <pc:sldChg chg="add setBg">
        <pc:chgData name="Tine Staric" userId="fb26da27c530d9fc" providerId="LiveId" clId="{74AE4644-C832-403F-9630-5EF4572BCEC1}" dt="2026-06-09T06:18:56.630" v="716"/>
        <pc:sldMkLst>
          <pc:docMk/>
          <pc:sldMk cId="1995048497" sldId="2147480591"/>
        </pc:sldMkLst>
      </pc:sldChg>
      <pc:sldChg chg="addSp delSp modSp new mod modClrScheme chgLayout">
        <pc:chgData name="Tine Staric" userId="fb26da27c530d9fc" providerId="LiveId" clId="{74AE4644-C832-403F-9630-5EF4572BCEC1}" dt="2026-06-09T06:33:39.644" v="773" actId="1076"/>
        <pc:sldMkLst>
          <pc:docMk/>
          <pc:sldMk cId="119631716" sldId="2147480592"/>
        </pc:sldMkLst>
        <pc:spChg chg="del mod ord">
          <ac:chgData name="Tine Staric" userId="fb26da27c530d9fc" providerId="LiveId" clId="{74AE4644-C832-403F-9630-5EF4572BCEC1}" dt="2026-06-09T06:33:25.196" v="722" actId="700"/>
          <ac:spMkLst>
            <pc:docMk/>
            <pc:sldMk cId="119631716" sldId="2147480592"/>
            <ac:spMk id="2" creationId="{2DDDC27E-7461-E96A-0DE7-4FF6C4ED845C}"/>
          </ac:spMkLst>
        </pc:spChg>
        <pc:spChg chg="del mod ord">
          <ac:chgData name="Tine Staric" userId="fb26da27c530d9fc" providerId="LiveId" clId="{74AE4644-C832-403F-9630-5EF4572BCEC1}" dt="2026-06-09T06:33:25.196" v="722" actId="700"/>
          <ac:spMkLst>
            <pc:docMk/>
            <pc:sldMk cId="119631716" sldId="2147480592"/>
            <ac:spMk id="3" creationId="{84C55FDF-3AB6-7627-02AD-3C55FD936184}"/>
          </ac:spMkLst>
        </pc:spChg>
        <pc:spChg chg="del mod ord">
          <ac:chgData name="Tine Staric" userId="fb26da27c530d9fc" providerId="LiveId" clId="{74AE4644-C832-403F-9630-5EF4572BCEC1}" dt="2026-06-09T06:33:25.196" v="722" actId="700"/>
          <ac:spMkLst>
            <pc:docMk/>
            <pc:sldMk cId="119631716" sldId="2147480592"/>
            <ac:spMk id="4" creationId="{69472739-9946-9DF4-01D9-10BE4E37580D}"/>
          </ac:spMkLst>
        </pc:spChg>
        <pc:spChg chg="add mod ord">
          <ac:chgData name="Tine Staric" userId="fb26da27c530d9fc" providerId="LiveId" clId="{74AE4644-C832-403F-9630-5EF4572BCEC1}" dt="2026-06-09T06:33:39.644" v="773" actId="1076"/>
          <ac:spMkLst>
            <pc:docMk/>
            <pc:sldMk cId="119631716" sldId="2147480592"/>
            <ac:spMk id="5" creationId="{769A898F-EC2E-84C5-1394-0BFD0849DC75}"/>
          </ac:spMkLst>
        </pc:spChg>
        <pc:spChg chg="add mod ord">
          <ac:chgData name="Tine Staric" userId="fb26da27c530d9fc" providerId="LiveId" clId="{74AE4644-C832-403F-9630-5EF4572BCEC1}" dt="2026-06-09T06:33:25.196" v="722" actId="700"/>
          <ac:spMkLst>
            <pc:docMk/>
            <pc:sldMk cId="119631716" sldId="2147480592"/>
            <ac:spMk id="6" creationId="{A1C09EE4-639B-523D-0CC8-49D05A0AECEF}"/>
          </ac:spMkLst>
        </pc:spChg>
        <pc:spChg chg="add mod ord">
          <ac:chgData name="Tine Staric" userId="fb26da27c530d9fc" providerId="LiveId" clId="{74AE4644-C832-403F-9630-5EF4572BCEC1}" dt="2026-06-09T06:33:25.196" v="722" actId="700"/>
          <ac:spMkLst>
            <pc:docMk/>
            <pc:sldMk cId="119631716" sldId="2147480592"/>
            <ac:spMk id="7" creationId="{1F022EF7-994E-90A0-9B75-3C7B69FD48C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CE7F8E-2B15-4402-B6F4-E2CB1AEA02C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22834CB-70A7-4DFB-A2E2-0979F1CEA62E}">
      <dgm:prSet/>
      <dgm:spPr/>
      <dgm:t>
        <a:bodyPr/>
        <a:lstStyle/>
        <a:p>
          <a:pPr>
            <a:lnSpc>
              <a:spcPct val="100000"/>
            </a:lnSpc>
          </a:pPr>
          <a:r>
            <a:rPr lang="en-SI"/>
            <a:t>Azure DevOps / GitHub – Refine tasks, review PRs</a:t>
          </a:r>
          <a:endParaRPr lang="en-US"/>
        </a:p>
      </dgm:t>
    </dgm:pt>
    <dgm:pt modelId="{F3D077C4-ADEF-4656-B89B-B649F4F951FF}" type="parTrans" cxnId="{FD9542F5-3A10-4BAA-A580-56A082A27208}">
      <dgm:prSet/>
      <dgm:spPr/>
      <dgm:t>
        <a:bodyPr/>
        <a:lstStyle/>
        <a:p>
          <a:endParaRPr lang="en-US"/>
        </a:p>
      </dgm:t>
    </dgm:pt>
    <dgm:pt modelId="{C53B2A9E-9EFC-47C2-B050-F4D0D98196A9}" type="sibTrans" cxnId="{FD9542F5-3A10-4BAA-A580-56A082A27208}">
      <dgm:prSet/>
      <dgm:spPr/>
      <dgm:t>
        <a:bodyPr/>
        <a:lstStyle/>
        <a:p>
          <a:endParaRPr lang="en-US"/>
        </a:p>
      </dgm:t>
    </dgm:pt>
    <dgm:pt modelId="{F38426DB-1FFD-445A-8BC7-FBD875BDF3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</a:t>
          </a:r>
          <a:r>
            <a:rPr lang="en-SI" dirty="0"/>
            <a:t>c-code-intel – AL Knowledge infusion</a:t>
          </a:r>
          <a:endParaRPr lang="en-US" dirty="0"/>
        </a:p>
      </dgm:t>
    </dgm:pt>
    <dgm:pt modelId="{42C93D90-C9E8-49C2-AF69-1C5EDDE4A8D6}" type="parTrans" cxnId="{D8186AB6-0693-40E1-9E40-878D0D2B758D}">
      <dgm:prSet/>
      <dgm:spPr/>
      <dgm:t>
        <a:bodyPr/>
        <a:lstStyle/>
        <a:p>
          <a:endParaRPr lang="en-US"/>
        </a:p>
      </dgm:t>
    </dgm:pt>
    <dgm:pt modelId="{08D4CB71-79C1-4FB6-BC57-A0BE5F3CE56B}" type="sibTrans" cxnId="{D8186AB6-0693-40E1-9E40-878D0D2B758D}">
      <dgm:prSet/>
      <dgm:spPr/>
      <dgm:t>
        <a:bodyPr/>
        <a:lstStyle/>
        <a:p>
          <a:endParaRPr lang="en-US"/>
        </a:p>
      </dgm:t>
    </dgm:pt>
    <dgm:pt modelId="{31A5616D-4BE7-40F6-863F-BCCCFA112D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</a:t>
          </a:r>
          <a:r>
            <a:rPr lang="en-SI" dirty="0"/>
            <a:t>l-symbols-</a:t>
          </a:r>
          <a:r>
            <a:rPr lang="en-SI" dirty="0" err="1"/>
            <a:t>mcp</a:t>
          </a:r>
          <a:r>
            <a:rPr lang="en-SI" dirty="0"/>
            <a:t> – </a:t>
          </a:r>
          <a:r>
            <a:rPr lang="en-SI" dirty="0" err="1"/>
            <a:t>Analyze</a:t>
          </a:r>
          <a:r>
            <a:rPr lang="en-SI" dirty="0"/>
            <a:t> the code of your dependencies</a:t>
          </a:r>
          <a:endParaRPr lang="en-US" dirty="0"/>
        </a:p>
      </dgm:t>
    </dgm:pt>
    <dgm:pt modelId="{B840D89F-2BDD-460E-AD15-D46DD21AC7B1}" type="parTrans" cxnId="{2D939E15-3062-4F42-B3ED-4CD6C19A19AD}">
      <dgm:prSet/>
      <dgm:spPr/>
      <dgm:t>
        <a:bodyPr/>
        <a:lstStyle/>
        <a:p>
          <a:endParaRPr lang="en-US"/>
        </a:p>
      </dgm:t>
    </dgm:pt>
    <dgm:pt modelId="{D11BEDA8-E266-444D-A83C-F3BDD5F89EE8}" type="sibTrans" cxnId="{2D939E15-3062-4F42-B3ED-4CD6C19A19AD}">
      <dgm:prSet/>
      <dgm:spPr/>
      <dgm:t>
        <a:bodyPr/>
        <a:lstStyle/>
        <a:p>
          <a:endParaRPr lang="en-US"/>
        </a:p>
      </dgm:t>
    </dgm:pt>
    <dgm:pt modelId="{B08C2074-0F9A-4EAC-8E3A-FC0C9AA2DB96}">
      <dgm:prSet/>
      <dgm:spPr/>
      <dgm:t>
        <a:bodyPr/>
        <a:lstStyle/>
        <a:p>
          <a:pPr>
            <a:lnSpc>
              <a:spcPct val="100000"/>
            </a:lnSpc>
          </a:pPr>
          <a:r>
            <a:rPr lang="en-SI" dirty="0"/>
            <a:t>Telemetry Buddy – </a:t>
          </a:r>
          <a:r>
            <a:rPr lang="en-SI" dirty="0" err="1"/>
            <a:t>Analyze</a:t>
          </a:r>
          <a:r>
            <a:rPr lang="en-SI" dirty="0"/>
            <a:t> telemetry in natural language</a:t>
          </a:r>
          <a:endParaRPr lang="en-US" dirty="0"/>
        </a:p>
      </dgm:t>
    </dgm:pt>
    <dgm:pt modelId="{A57310DD-2869-45A4-806F-07C88B9E480B}" type="parTrans" cxnId="{6165BD60-09FE-44F4-8F30-1D2DEF013763}">
      <dgm:prSet/>
      <dgm:spPr/>
      <dgm:t>
        <a:bodyPr/>
        <a:lstStyle/>
        <a:p>
          <a:endParaRPr lang="en-US"/>
        </a:p>
      </dgm:t>
    </dgm:pt>
    <dgm:pt modelId="{74FCED97-542E-4D83-987D-E6E755552BB8}" type="sibTrans" cxnId="{6165BD60-09FE-44F4-8F30-1D2DEF013763}">
      <dgm:prSet/>
      <dgm:spPr/>
      <dgm:t>
        <a:bodyPr/>
        <a:lstStyle/>
        <a:p>
          <a:endParaRPr lang="en-US"/>
        </a:p>
      </dgm:t>
    </dgm:pt>
    <dgm:pt modelId="{0A5EEF9E-FB25-4CF9-BC9C-C0B2BFD5E371}">
      <dgm:prSet/>
      <dgm:spPr/>
      <dgm:t>
        <a:bodyPr/>
        <a:lstStyle/>
        <a:p>
          <a:pPr>
            <a:lnSpc>
              <a:spcPct val="100000"/>
            </a:lnSpc>
          </a:pPr>
          <a:r>
            <a:rPr lang="en-SI" dirty="0"/>
            <a:t>YAMPI – Administer BC Environments</a:t>
          </a:r>
          <a:endParaRPr lang="en-US" dirty="0"/>
        </a:p>
      </dgm:t>
    </dgm:pt>
    <dgm:pt modelId="{F2B58BF2-3B32-428D-B63D-479F3FFBCA2F}" type="parTrans" cxnId="{F7026DEC-7009-4457-B288-F49E96369D17}">
      <dgm:prSet/>
      <dgm:spPr/>
      <dgm:t>
        <a:bodyPr/>
        <a:lstStyle/>
        <a:p>
          <a:endParaRPr lang="en-US"/>
        </a:p>
      </dgm:t>
    </dgm:pt>
    <dgm:pt modelId="{1D35ACFD-55B0-4BF8-B9C4-223248345C48}" type="sibTrans" cxnId="{F7026DEC-7009-4457-B288-F49E96369D17}">
      <dgm:prSet/>
      <dgm:spPr/>
      <dgm:t>
        <a:bodyPr/>
        <a:lstStyle/>
        <a:p>
          <a:endParaRPr lang="en-US"/>
        </a:p>
      </dgm:t>
    </dgm:pt>
    <dgm:pt modelId="{B6AB90CE-B930-4209-8535-4347B20E7292}">
      <dgm:prSet/>
      <dgm:spPr/>
      <dgm:t>
        <a:bodyPr/>
        <a:lstStyle/>
        <a:p>
          <a:pPr>
            <a:lnSpc>
              <a:spcPct val="100000"/>
            </a:lnSpc>
          </a:pPr>
          <a:r>
            <a:rPr lang="en-SI" dirty="0"/>
            <a:t>Serena – Stronger symbol analysis</a:t>
          </a:r>
          <a:endParaRPr lang="en-US" dirty="0"/>
        </a:p>
      </dgm:t>
    </dgm:pt>
    <dgm:pt modelId="{46B00BD0-2E9C-44B4-A0F3-5830E3C8EB46}" type="parTrans" cxnId="{FC110BFA-C6E2-4B60-A1C0-E18E5BD2F636}">
      <dgm:prSet/>
      <dgm:spPr/>
      <dgm:t>
        <a:bodyPr/>
        <a:lstStyle/>
        <a:p>
          <a:endParaRPr lang="en-US"/>
        </a:p>
      </dgm:t>
    </dgm:pt>
    <dgm:pt modelId="{C95103BC-F3E2-4ABD-A93B-1718D7C49123}" type="sibTrans" cxnId="{FC110BFA-C6E2-4B60-A1C0-E18E5BD2F636}">
      <dgm:prSet/>
      <dgm:spPr/>
      <dgm:t>
        <a:bodyPr/>
        <a:lstStyle/>
        <a:p>
          <a:endParaRPr lang="en-US"/>
        </a:p>
      </dgm:t>
    </dgm:pt>
    <dgm:pt modelId="{9D633642-A49D-42EC-89BB-032A7D777E37}">
      <dgm:prSet/>
      <dgm:spPr/>
      <dgm:t>
        <a:bodyPr/>
        <a:lstStyle/>
        <a:p>
          <a:pPr>
            <a:lnSpc>
              <a:spcPct val="100000"/>
            </a:lnSpc>
          </a:pPr>
          <a:r>
            <a:rPr lang="en-SI" dirty="0"/>
            <a:t>AL Object ID Ninja – Stops ID conflicts</a:t>
          </a:r>
          <a:endParaRPr lang="en-US" dirty="0"/>
        </a:p>
      </dgm:t>
    </dgm:pt>
    <dgm:pt modelId="{6D747358-BF8A-4A11-B8F1-DD9D8655A60F}" type="parTrans" cxnId="{DEE01284-D4FD-46DC-8F8F-9382DE709E5B}">
      <dgm:prSet/>
      <dgm:spPr/>
      <dgm:t>
        <a:bodyPr/>
        <a:lstStyle/>
        <a:p>
          <a:endParaRPr lang="en-US"/>
        </a:p>
      </dgm:t>
    </dgm:pt>
    <dgm:pt modelId="{E6A1A5C7-E481-41A2-A33E-071294F3B083}" type="sibTrans" cxnId="{DEE01284-D4FD-46DC-8F8F-9382DE709E5B}">
      <dgm:prSet/>
      <dgm:spPr/>
      <dgm:t>
        <a:bodyPr/>
        <a:lstStyle/>
        <a:p>
          <a:endParaRPr lang="en-US"/>
        </a:p>
      </dgm:t>
    </dgm:pt>
    <dgm:pt modelId="{6CF7C691-669A-4C29-8872-8B2D8D0874E6}">
      <dgm:prSet/>
      <dgm:spPr/>
      <dgm:t>
        <a:bodyPr/>
        <a:lstStyle/>
        <a:p>
          <a:pPr>
            <a:lnSpc>
              <a:spcPct val="100000"/>
            </a:lnSpc>
          </a:pPr>
          <a:r>
            <a:rPr lang="en-SI" dirty="0"/>
            <a:t>NAB AL Tools – Translation workflow for Copilot</a:t>
          </a:r>
          <a:endParaRPr lang="en-US" dirty="0"/>
        </a:p>
      </dgm:t>
    </dgm:pt>
    <dgm:pt modelId="{7C472EEB-20AD-41D9-A6B4-8994F80B4B96}" type="parTrans" cxnId="{94FDAD1C-0251-4E3A-8A8A-E743939995EF}">
      <dgm:prSet/>
      <dgm:spPr/>
      <dgm:t>
        <a:bodyPr/>
        <a:lstStyle/>
        <a:p>
          <a:endParaRPr lang="en-US"/>
        </a:p>
      </dgm:t>
    </dgm:pt>
    <dgm:pt modelId="{23ED6340-A9FB-4CDA-9438-9380E192EA6C}" type="sibTrans" cxnId="{94FDAD1C-0251-4E3A-8A8A-E743939995EF}">
      <dgm:prSet/>
      <dgm:spPr/>
      <dgm:t>
        <a:bodyPr/>
        <a:lstStyle/>
        <a:p>
          <a:endParaRPr lang="en-US"/>
        </a:p>
      </dgm:t>
    </dgm:pt>
    <dgm:pt modelId="{A93951D0-13C9-4656-8FF4-AAEF68664FDD}">
      <dgm:prSet/>
      <dgm:spPr/>
      <dgm:t>
        <a:bodyPr/>
        <a:lstStyle/>
        <a:p>
          <a:pPr>
            <a:lnSpc>
              <a:spcPct val="100000"/>
            </a:lnSpc>
          </a:pPr>
          <a:r>
            <a:rPr lang="en-SI" dirty="0"/>
            <a:t>MS Docs – Official documentation</a:t>
          </a:r>
          <a:endParaRPr lang="en-US" dirty="0"/>
        </a:p>
      </dgm:t>
    </dgm:pt>
    <dgm:pt modelId="{2428B925-70BB-44A0-B146-5C2ABF06BCF0}" type="parTrans" cxnId="{B491BBED-BA7B-4257-A878-1CD5C0D85605}">
      <dgm:prSet/>
      <dgm:spPr/>
      <dgm:t>
        <a:bodyPr/>
        <a:lstStyle/>
        <a:p>
          <a:endParaRPr lang="en-US"/>
        </a:p>
      </dgm:t>
    </dgm:pt>
    <dgm:pt modelId="{C69B8824-EB60-4540-BD4E-528976823381}" type="sibTrans" cxnId="{B491BBED-BA7B-4257-A878-1CD5C0D85605}">
      <dgm:prSet/>
      <dgm:spPr/>
      <dgm:t>
        <a:bodyPr/>
        <a:lstStyle/>
        <a:p>
          <a:endParaRPr lang="en-US"/>
        </a:p>
      </dgm:t>
    </dgm:pt>
    <dgm:pt modelId="{8902F8BA-3818-4253-82FA-D525E675EA6E}" type="pres">
      <dgm:prSet presAssocID="{CDCE7F8E-2B15-4402-B6F4-E2CB1AEA02C9}" presName="root" presStyleCnt="0">
        <dgm:presLayoutVars>
          <dgm:dir/>
          <dgm:resizeHandles val="exact"/>
        </dgm:presLayoutVars>
      </dgm:prSet>
      <dgm:spPr/>
    </dgm:pt>
    <dgm:pt modelId="{C6A9AA43-EC03-4D47-A2B5-79BCF7A55AA2}" type="pres">
      <dgm:prSet presAssocID="{222834CB-70A7-4DFB-A2E2-0979F1CEA62E}" presName="compNode" presStyleCnt="0"/>
      <dgm:spPr/>
    </dgm:pt>
    <dgm:pt modelId="{A01C1563-670B-4BCE-95B0-DD8811238CB3}" type="pres">
      <dgm:prSet presAssocID="{222834CB-70A7-4DFB-A2E2-0979F1CEA62E}" presName="bgRect" presStyleLbl="bgShp" presStyleIdx="0" presStyleCnt="9"/>
      <dgm:spPr/>
    </dgm:pt>
    <dgm:pt modelId="{3C7CC97B-F1A6-4A6F-8804-2499CB7F814B}" type="pres">
      <dgm:prSet presAssocID="{222834CB-70A7-4DFB-A2E2-0979F1CEA62E}" presName="iconRect" presStyleLbl="node1" presStyleIdx="0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7177370-4330-464B-AF5F-53050E70CDC1}" type="pres">
      <dgm:prSet presAssocID="{222834CB-70A7-4DFB-A2E2-0979F1CEA62E}" presName="spaceRect" presStyleCnt="0"/>
      <dgm:spPr/>
    </dgm:pt>
    <dgm:pt modelId="{A772A6F5-4FCA-43B9-8C31-1A9B4BF59570}" type="pres">
      <dgm:prSet presAssocID="{222834CB-70A7-4DFB-A2E2-0979F1CEA62E}" presName="parTx" presStyleLbl="revTx" presStyleIdx="0" presStyleCnt="9">
        <dgm:presLayoutVars>
          <dgm:chMax val="0"/>
          <dgm:chPref val="0"/>
        </dgm:presLayoutVars>
      </dgm:prSet>
      <dgm:spPr/>
    </dgm:pt>
    <dgm:pt modelId="{31B89F9C-E46F-47A9-9D11-81552857F5D0}" type="pres">
      <dgm:prSet presAssocID="{C53B2A9E-9EFC-47C2-B050-F4D0D98196A9}" presName="sibTrans" presStyleCnt="0"/>
      <dgm:spPr/>
    </dgm:pt>
    <dgm:pt modelId="{9BB2C11D-7809-4118-973A-70425B861DE2}" type="pres">
      <dgm:prSet presAssocID="{F38426DB-1FFD-445A-8BC7-FBD875BDF35F}" presName="compNode" presStyleCnt="0"/>
      <dgm:spPr/>
    </dgm:pt>
    <dgm:pt modelId="{DBF7053A-B2FF-4F6F-B73A-C33B8EFBD527}" type="pres">
      <dgm:prSet presAssocID="{F38426DB-1FFD-445A-8BC7-FBD875BDF35F}" presName="bgRect" presStyleLbl="bgShp" presStyleIdx="1" presStyleCnt="9"/>
      <dgm:spPr>
        <a:solidFill>
          <a:srgbClr val="92D050"/>
        </a:solidFill>
      </dgm:spPr>
    </dgm:pt>
    <dgm:pt modelId="{2E0FABE1-5AC1-4948-A114-6DC33646E52C}" type="pres">
      <dgm:prSet presAssocID="{F38426DB-1FFD-445A-8BC7-FBD875BDF35F}" presName="iconRect" presStyleLbl="node1" presStyleIdx="1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B0D2891-0223-4FA2-9E5B-B9E604461A9D}" type="pres">
      <dgm:prSet presAssocID="{F38426DB-1FFD-445A-8BC7-FBD875BDF35F}" presName="spaceRect" presStyleCnt="0"/>
      <dgm:spPr/>
    </dgm:pt>
    <dgm:pt modelId="{80A3168A-CBC6-4543-A19C-5FBAC074A556}" type="pres">
      <dgm:prSet presAssocID="{F38426DB-1FFD-445A-8BC7-FBD875BDF35F}" presName="parTx" presStyleLbl="revTx" presStyleIdx="1" presStyleCnt="9">
        <dgm:presLayoutVars>
          <dgm:chMax val="0"/>
          <dgm:chPref val="0"/>
        </dgm:presLayoutVars>
      </dgm:prSet>
      <dgm:spPr/>
    </dgm:pt>
    <dgm:pt modelId="{C0BCB9CE-94DA-4716-BADD-22BC6031C413}" type="pres">
      <dgm:prSet presAssocID="{08D4CB71-79C1-4FB6-BC57-A0BE5F3CE56B}" presName="sibTrans" presStyleCnt="0"/>
      <dgm:spPr/>
    </dgm:pt>
    <dgm:pt modelId="{0499AAE5-1DB1-40FC-B320-23E8D36EB751}" type="pres">
      <dgm:prSet presAssocID="{31A5616D-4BE7-40F6-863F-BCCCFA112D24}" presName="compNode" presStyleCnt="0"/>
      <dgm:spPr/>
    </dgm:pt>
    <dgm:pt modelId="{583BF2EA-1DD1-4ED1-8E26-B98FF5697FC5}" type="pres">
      <dgm:prSet presAssocID="{31A5616D-4BE7-40F6-863F-BCCCFA112D24}" presName="bgRect" presStyleLbl="bgShp" presStyleIdx="2" presStyleCnt="9"/>
      <dgm:spPr>
        <a:solidFill>
          <a:srgbClr val="92D050"/>
        </a:solidFill>
      </dgm:spPr>
    </dgm:pt>
    <dgm:pt modelId="{C519EDCF-FFA9-4E5A-B5D8-01066BBA9D41}" type="pres">
      <dgm:prSet presAssocID="{31A5616D-4BE7-40F6-863F-BCCCFA112D24}" presName="iconRect" presStyleLbl="node1" presStyleIdx="2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B78756D-0EDF-415D-A71E-77FEC7C63849}" type="pres">
      <dgm:prSet presAssocID="{31A5616D-4BE7-40F6-863F-BCCCFA112D24}" presName="spaceRect" presStyleCnt="0"/>
      <dgm:spPr/>
    </dgm:pt>
    <dgm:pt modelId="{556B8DAD-2B5B-4F8C-B756-1E4132CE4876}" type="pres">
      <dgm:prSet presAssocID="{31A5616D-4BE7-40F6-863F-BCCCFA112D24}" presName="parTx" presStyleLbl="revTx" presStyleIdx="2" presStyleCnt="9">
        <dgm:presLayoutVars>
          <dgm:chMax val="0"/>
          <dgm:chPref val="0"/>
        </dgm:presLayoutVars>
      </dgm:prSet>
      <dgm:spPr/>
    </dgm:pt>
    <dgm:pt modelId="{0119E91A-38A1-480C-AEEC-A1323C8A92FA}" type="pres">
      <dgm:prSet presAssocID="{D11BEDA8-E266-444D-A83C-F3BDD5F89EE8}" presName="sibTrans" presStyleCnt="0"/>
      <dgm:spPr/>
    </dgm:pt>
    <dgm:pt modelId="{3B3CE07C-2F9E-4A21-AB01-7B635CDFC7DE}" type="pres">
      <dgm:prSet presAssocID="{B08C2074-0F9A-4EAC-8E3A-FC0C9AA2DB96}" presName="compNode" presStyleCnt="0"/>
      <dgm:spPr/>
    </dgm:pt>
    <dgm:pt modelId="{31111D52-F928-4BDA-9F45-2219D9FCA3EC}" type="pres">
      <dgm:prSet presAssocID="{B08C2074-0F9A-4EAC-8E3A-FC0C9AA2DB96}" presName="bgRect" presStyleLbl="bgShp" presStyleIdx="3" presStyleCnt="9"/>
      <dgm:spPr/>
    </dgm:pt>
    <dgm:pt modelId="{A76D86FF-2F76-4132-AA97-5206B5BA1151}" type="pres">
      <dgm:prSet presAssocID="{B08C2074-0F9A-4EAC-8E3A-FC0C9AA2DB96}" presName="iconRect" presStyleLbl="node1" presStyleIdx="3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AC2028A-49AF-4742-8D88-FACC3FF691AA}" type="pres">
      <dgm:prSet presAssocID="{B08C2074-0F9A-4EAC-8E3A-FC0C9AA2DB96}" presName="spaceRect" presStyleCnt="0"/>
      <dgm:spPr/>
    </dgm:pt>
    <dgm:pt modelId="{4D7268F1-BEA2-4C13-B7DD-F8613A05E629}" type="pres">
      <dgm:prSet presAssocID="{B08C2074-0F9A-4EAC-8E3A-FC0C9AA2DB96}" presName="parTx" presStyleLbl="revTx" presStyleIdx="3" presStyleCnt="9">
        <dgm:presLayoutVars>
          <dgm:chMax val="0"/>
          <dgm:chPref val="0"/>
        </dgm:presLayoutVars>
      </dgm:prSet>
      <dgm:spPr/>
    </dgm:pt>
    <dgm:pt modelId="{6641195F-10D7-4F6D-BEEC-9F9D64EAFA6E}" type="pres">
      <dgm:prSet presAssocID="{74FCED97-542E-4D83-987D-E6E755552BB8}" presName="sibTrans" presStyleCnt="0"/>
      <dgm:spPr/>
    </dgm:pt>
    <dgm:pt modelId="{DE6E1F00-A5A6-4838-BDD9-4BD8E628B01D}" type="pres">
      <dgm:prSet presAssocID="{0A5EEF9E-FB25-4CF9-BC9C-C0B2BFD5E371}" presName="compNode" presStyleCnt="0"/>
      <dgm:spPr/>
    </dgm:pt>
    <dgm:pt modelId="{31C0C136-B0A8-4FF1-B5D7-7524F00A4492}" type="pres">
      <dgm:prSet presAssocID="{0A5EEF9E-FB25-4CF9-BC9C-C0B2BFD5E371}" presName="bgRect" presStyleLbl="bgShp" presStyleIdx="4" presStyleCnt="9"/>
      <dgm:spPr/>
    </dgm:pt>
    <dgm:pt modelId="{8FCD1311-C480-4B58-93BA-FEE7E06F4DF3}" type="pres">
      <dgm:prSet presAssocID="{0A5EEF9E-FB25-4CF9-BC9C-C0B2BFD5E371}" presName="iconRect" presStyleLbl="node1" presStyleIdx="4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31A332F-B390-44B2-A39E-EB3137372B41}" type="pres">
      <dgm:prSet presAssocID="{0A5EEF9E-FB25-4CF9-BC9C-C0B2BFD5E371}" presName="spaceRect" presStyleCnt="0"/>
      <dgm:spPr/>
    </dgm:pt>
    <dgm:pt modelId="{1CCE88DE-E59A-45CE-9E03-012E04BB1173}" type="pres">
      <dgm:prSet presAssocID="{0A5EEF9E-FB25-4CF9-BC9C-C0B2BFD5E371}" presName="parTx" presStyleLbl="revTx" presStyleIdx="4" presStyleCnt="9">
        <dgm:presLayoutVars>
          <dgm:chMax val="0"/>
          <dgm:chPref val="0"/>
        </dgm:presLayoutVars>
      </dgm:prSet>
      <dgm:spPr/>
    </dgm:pt>
    <dgm:pt modelId="{A4F0BC06-3DA8-4F16-A619-FEA815A1FB68}" type="pres">
      <dgm:prSet presAssocID="{1D35ACFD-55B0-4BF8-B9C4-223248345C48}" presName="sibTrans" presStyleCnt="0"/>
      <dgm:spPr/>
    </dgm:pt>
    <dgm:pt modelId="{83B66FC6-FD09-443B-A9D2-B1C2A0D3540F}" type="pres">
      <dgm:prSet presAssocID="{B6AB90CE-B930-4209-8535-4347B20E7292}" presName="compNode" presStyleCnt="0"/>
      <dgm:spPr/>
    </dgm:pt>
    <dgm:pt modelId="{A12A4923-5452-4025-B196-6ABB1B2839D9}" type="pres">
      <dgm:prSet presAssocID="{B6AB90CE-B930-4209-8535-4347B20E7292}" presName="bgRect" presStyleLbl="bgShp" presStyleIdx="5" presStyleCnt="9"/>
      <dgm:spPr/>
    </dgm:pt>
    <dgm:pt modelId="{7F9A5137-7A73-4191-8E4E-F8E75872162D}" type="pres">
      <dgm:prSet presAssocID="{B6AB90CE-B930-4209-8535-4347B20E7292}" presName="iconRect" presStyleLbl="node1" presStyleIdx="5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ductor"/>
        </a:ext>
      </dgm:extLst>
    </dgm:pt>
    <dgm:pt modelId="{418C1D01-2B17-4D54-927E-F01CB941EDC1}" type="pres">
      <dgm:prSet presAssocID="{B6AB90CE-B930-4209-8535-4347B20E7292}" presName="spaceRect" presStyleCnt="0"/>
      <dgm:spPr/>
    </dgm:pt>
    <dgm:pt modelId="{3BCA9805-6EBA-4CA4-B9B8-F0ABBDAD5D89}" type="pres">
      <dgm:prSet presAssocID="{B6AB90CE-B930-4209-8535-4347B20E7292}" presName="parTx" presStyleLbl="revTx" presStyleIdx="5" presStyleCnt="9">
        <dgm:presLayoutVars>
          <dgm:chMax val="0"/>
          <dgm:chPref val="0"/>
        </dgm:presLayoutVars>
      </dgm:prSet>
      <dgm:spPr/>
    </dgm:pt>
    <dgm:pt modelId="{22DEDE40-05FD-484D-9630-04E987D9F8F0}" type="pres">
      <dgm:prSet presAssocID="{C95103BC-F3E2-4ABD-A93B-1718D7C49123}" presName="sibTrans" presStyleCnt="0"/>
      <dgm:spPr/>
    </dgm:pt>
    <dgm:pt modelId="{3B79EF22-1B48-4F66-A2A1-D7A63FC5FE80}" type="pres">
      <dgm:prSet presAssocID="{A93951D0-13C9-4656-8FF4-AAEF68664FDD}" presName="compNode" presStyleCnt="0"/>
      <dgm:spPr/>
    </dgm:pt>
    <dgm:pt modelId="{3DD1A30D-65C5-4498-B2AE-D18B79263B60}" type="pres">
      <dgm:prSet presAssocID="{A93951D0-13C9-4656-8FF4-AAEF68664FDD}" presName="bgRect" presStyleLbl="bgShp" presStyleIdx="6" presStyleCnt="9"/>
      <dgm:spPr/>
    </dgm:pt>
    <dgm:pt modelId="{94F725C9-F8AE-487D-AACF-98A894DFBAF6}" type="pres">
      <dgm:prSet presAssocID="{A93951D0-13C9-4656-8FF4-AAEF68664FDD}" presName="iconRect" presStyleLbl="node1" presStyleIdx="6" presStyleCnt="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ress Book with solid fill"/>
        </a:ext>
      </dgm:extLst>
    </dgm:pt>
    <dgm:pt modelId="{DC3D7955-CC9B-4523-9A44-9A69E961D82F}" type="pres">
      <dgm:prSet presAssocID="{A93951D0-13C9-4656-8FF4-AAEF68664FDD}" presName="spaceRect" presStyleCnt="0"/>
      <dgm:spPr/>
    </dgm:pt>
    <dgm:pt modelId="{A5F70F6F-276A-4CA9-AD70-FC5297C8DCB7}" type="pres">
      <dgm:prSet presAssocID="{A93951D0-13C9-4656-8FF4-AAEF68664FDD}" presName="parTx" presStyleLbl="revTx" presStyleIdx="6" presStyleCnt="9">
        <dgm:presLayoutVars>
          <dgm:chMax val="0"/>
          <dgm:chPref val="0"/>
        </dgm:presLayoutVars>
      </dgm:prSet>
      <dgm:spPr/>
    </dgm:pt>
    <dgm:pt modelId="{513724A2-68B6-4749-BBDB-828D9EB67F29}" type="pres">
      <dgm:prSet presAssocID="{C69B8824-EB60-4540-BD4E-528976823381}" presName="sibTrans" presStyleCnt="0"/>
      <dgm:spPr/>
    </dgm:pt>
    <dgm:pt modelId="{93B883AE-28A1-40A6-BA9C-A252F82E3EE3}" type="pres">
      <dgm:prSet presAssocID="{9D633642-A49D-42EC-89BB-032A7D777E37}" presName="compNode" presStyleCnt="0"/>
      <dgm:spPr/>
    </dgm:pt>
    <dgm:pt modelId="{390FE148-51AF-473C-A835-C53ED26D28B7}" type="pres">
      <dgm:prSet presAssocID="{9D633642-A49D-42EC-89BB-032A7D777E37}" presName="bgRect" presStyleLbl="bgShp" presStyleIdx="7" presStyleCnt="9"/>
      <dgm:spPr/>
    </dgm:pt>
    <dgm:pt modelId="{C3C9B68B-E99D-41C1-91A7-6B38233C8503}" type="pres">
      <dgm:prSet presAssocID="{9D633642-A49D-42EC-89BB-032A7D777E37}" presName="iconRect" presStyleLbl="node1" presStyleIdx="7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F36F2604-B38D-4C22-AC88-75BE50E85D32}" type="pres">
      <dgm:prSet presAssocID="{9D633642-A49D-42EC-89BB-032A7D777E37}" presName="spaceRect" presStyleCnt="0"/>
      <dgm:spPr/>
    </dgm:pt>
    <dgm:pt modelId="{0F440051-AE5F-4A66-BB7A-3E14C054578A}" type="pres">
      <dgm:prSet presAssocID="{9D633642-A49D-42EC-89BB-032A7D777E37}" presName="parTx" presStyleLbl="revTx" presStyleIdx="7" presStyleCnt="9">
        <dgm:presLayoutVars>
          <dgm:chMax val="0"/>
          <dgm:chPref val="0"/>
        </dgm:presLayoutVars>
      </dgm:prSet>
      <dgm:spPr/>
    </dgm:pt>
    <dgm:pt modelId="{C702C9AF-5E6A-40C3-9F9C-59E84DAB6451}" type="pres">
      <dgm:prSet presAssocID="{E6A1A5C7-E481-41A2-A33E-071294F3B083}" presName="sibTrans" presStyleCnt="0"/>
      <dgm:spPr/>
    </dgm:pt>
    <dgm:pt modelId="{54D1B5ED-1085-43F8-8803-101DE68FC6D7}" type="pres">
      <dgm:prSet presAssocID="{6CF7C691-669A-4C29-8872-8B2D8D0874E6}" presName="compNode" presStyleCnt="0"/>
      <dgm:spPr/>
    </dgm:pt>
    <dgm:pt modelId="{6366E0B9-7D9D-4100-A8FB-3F1D90567697}" type="pres">
      <dgm:prSet presAssocID="{6CF7C691-669A-4C29-8872-8B2D8D0874E6}" presName="bgRect" presStyleLbl="bgShp" presStyleIdx="8" presStyleCnt="9"/>
      <dgm:spPr/>
    </dgm:pt>
    <dgm:pt modelId="{A5DAC39A-3D41-44CF-A47B-84472A20058C}" type="pres">
      <dgm:prSet presAssocID="{6CF7C691-669A-4C29-8872-8B2D8D0874E6}" presName="iconRect" presStyleLbl="node1" presStyleIdx="8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6B0A07A-DE6B-4E76-97DD-0F2738C922A7}" type="pres">
      <dgm:prSet presAssocID="{6CF7C691-669A-4C29-8872-8B2D8D0874E6}" presName="spaceRect" presStyleCnt="0"/>
      <dgm:spPr/>
    </dgm:pt>
    <dgm:pt modelId="{B1E62ABA-3FB6-4B67-8BCC-1CCE860CFAA0}" type="pres">
      <dgm:prSet presAssocID="{6CF7C691-669A-4C29-8872-8B2D8D0874E6}" presName="parTx" presStyleLbl="revTx" presStyleIdx="8" presStyleCnt="9">
        <dgm:presLayoutVars>
          <dgm:chMax val="0"/>
          <dgm:chPref val="0"/>
        </dgm:presLayoutVars>
      </dgm:prSet>
      <dgm:spPr/>
    </dgm:pt>
  </dgm:ptLst>
  <dgm:cxnLst>
    <dgm:cxn modelId="{449AA20D-28C3-4FB8-A9A3-E5A085BA0447}" type="presOf" srcId="{31A5616D-4BE7-40F6-863F-BCCCFA112D24}" destId="{556B8DAD-2B5B-4F8C-B756-1E4132CE4876}" srcOrd="0" destOrd="0" presId="urn:microsoft.com/office/officeart/2018/2/layout/IconVerticalSolidList"/>
    <dgm:cxn modelId="{2D939E15-3062-4F42-B3ED-4CD6C19A19AD}" srcId="{CDCE7F8E-2B15-4402-B6F4-E2CB1AEA02C9}" destId="{31A5616D-4BE7-40F6-863F-BCCCFA112D24}" srcOrd="2" destOrd="0" parTransId="{B840D89F-2BDD-460E-AD15-D46DD21AC7B1}" sibTransId="{D11BEDA8-E266-444D-A83C-F3BDD5F89EE8}"/>
    <dgm:cxn modelId="{B650E219-7A17-40DC-94D6-260FAEC70B35}" type="presOf" srcId="{9D633642-A49D-42EC-89BB-032A7D777E37}" destId="{0F440051-AE5F-4A66-BB7A-3E14C054578A}" srcOrd="0" destOrd="0" presId="urn:microsoft.com/office/officeart/2018/2/layout/IconVerticalSolidList"/>
    <dgm:cxn modelId="{94FDAD1C-0251-4E3A-8A8A-E743939995EF}" srcId="{CDCE7F8E-2B15-4402-B6F4-E2CB1AEA02C9}" destId="{6CF7C691-669A-4C29-8872-8B2D8D0874E6}" srcOrd="8" destOrd="0" parTransId="{7C472EEB-20AD-41D9-A6B4-8994F80B4B96}" sibTransId="{23ED6340-A9FB-4CDA-9438-9380E192EA6C}"/>
    <dgm:cxn modelId="{6165BD60-09FE-44F4-8F30-1D2DEF013763}" srcId="{CDCE7F8E-2B15-4402-B6F4-E2CB1AEA02C9}" destId="{B08C2074-0F9A-4EAC-8E3A-FC0C9AA2DB96}" srcOrd="3" destOrd="0" parTransId="{A57310DD-2869-45A4-806F-07C88B9E480B}" sibTransId="{74FCED97-542E-4D83-987D-E6E755552BB8}"/>
    <dgm:cxn modelId="{7680F348-29F6-42B0-A6FA-8881BE941DE2}" type="presOf" srcId="{CDCE7F8E-2B15-4402-B6F4-E2CB1AEA02C9}" destId="{8902F8BA-3818-4253-82FA-D525E675EA6E}" srcOrd="0" destOrd="0" presId="urn:microsoft.com/office/officeart/2018/2/layout/IconVerticalSolidList"/>
    <dgm:cxn modelId="{2488EE76-6244-4372-BAF4-F9E25591FF2E}" type="presOf" srcId="{B08C2074-0F9A-4EAC-8E3A-FC0C9AA2DB96}" destId="{4D7268F1-BEA2-4C13-B7DD-F8613A05E629}" srcOrd="0" destOrd="0" presId="urn:microsoft.com/office/officeart/2018/2/layout/IconVerticalSolidList"/>
    <dgm:cxn modelId="{DEE01284-D4FD-46DC-8F8F-9382DE709E5B}" srcId="{CDCE7F8E-2B15-4402-B6F4-E2CB1AEA02C9}" destId="{9D633642-A49D-42EC-89BB-032A7D777E37}" srcOrd="7" destOrd="0" parTransId="{6D747358-BF8A-4A11-B8F1-DD9D8655A60F}" sibTransId="{E6A1A5C7-E481-41A2-A33E-071294F3B083}"/>
    <dgm:cxn modelId="{5827BA85-DBBA-466F-8157-9658C7292E6E}" type="presOf" srcId="{0A5EEF9E-FB25-4CF9-BC9C-C0B2BFD5E371}" destId="{1CCE88DE-E59A-45CE-9E03-012E04BB1173}" srcOrd="0" destOrd="0" presId="urn:microsoft.com/office/officeart/2018/2/layout/IconVerticalSolidList"/>
    <dgm:cxn modelId="{43561B8C-A6FC-48F4-9B6F-7C2E0688933B}" type="presOf" srcId="{B6AB90CE-B930-4209-8535-4347B20E7292}" destId="{3BCA9805-6EBA-4CA4-B9B8-F0ABBDAD5D89}" srcOrd="0" destOrd="0" presId="urn:microsoft.com/office/officeart/2018/2/layout/IconVerticalSolidList"/>
    <dgm:cxn modelId="{F881728D-C336-482A-8135-ABBF1CC3B585}" type="presOf" srcId="{F38426DB-1FFD-445A-8BC7-FBD875BDF35F}" destId="{80A3168A-CBC6-4543-A19C-5FBAC074A556}" srcOrd="0" destOrd="0" presId="urn:microsoft.com/office/officeart/2018/2/layout/IconVerticalSolidList"/>
    <dgm:cxn modelId="{985C7890-5999-44E8-A471-1CDE76A27995}" type="presOf" srcId="{6CF7C691-669A-4C29-8872-8B2D8D0874E6}" destId="{B1E62ABA-3FB6-4B67-8BCC-1CCE860CFAA0}" srcOrd="0" destOrd="0" presId="urn:microsoft.com/office/officeart/2018/2/layout/IconVerticalSolidList"/>
    <dgm:cxn modelId="{FF13C6A7-FC92-427F-85DF-52AF5E14A289}" type="presOf" srcId="{A93951D0-13C9-4656-8FF4-AAEF68664FDD}" destId="{A5F70F6F-276A-4CA9-AD70-FC5297C8DCB7}" srcOrd="0" destOrd="0" presId="urn:microsoft.com/office/officeart/2018/2/layout/IconVerticalSolidList"/>
    <dgm:cxn modelId="{D8186AB6-0693-40E1-9E40-878D0D2B758D}" srcId="{CDCE7F8E-2B15-4402-B6F4-E2CB1AEA02C9}" destId="{F38426DB-1FFD-445A-8BC7-FBD875BDF35F}" srcOrd="1" destOrd="0" parTransId="{42C93D90-C9E8-49C2-AF69-1C5EDDE4A8D6}" sibTransId="{08D4CB71-79C1-4FB6-BC57-A0BE5F3CE56B}"/>
    <dgm:cxn modelId="{4EA9EFBA-3FD1-44AA-88FC-AB7124273FD1}" type="presOf" srcId="{222834CB-70A7-4DFB-A2E2-0979F1CEA62E}" destId="{A772A6F5-4FCA-43B9-8C31-1A9B4BF59570}" srcOrd="0" destOrd="0" presId="urn:microsoft.com/office/officeart/2018/2/layout/IconVerticalSolidList"/>
    <dgm:cxn modelId="{F7026DEC-7009-4457-B288-F49E96369D17}" srcId="{CDCE7F8E-2B15-4402-B6F4-E2CB1AEA02C9}" destId="{0A5EEF9E-FB25-4CF9-BC9C-C0B2BFD5E371}" srcOrd="4" destOrd="0" parTransId="{F2B58BF2-3B32-428D-B63D-479F3FFBCA2F}" sibTransId="{1D35ACFD-55B0-4BF8-B9C4-223248345C48}"/>
    <dgm:cxn modelId="{B491BBED-BA7B-4257-A878-1CD5C0D85605}" srcId="{CDCE7F8E-2B15-4402-B6F4-E2CB1AEA02C9}" destId="{A93951D0-13C9-4656-8FF4-AAEF68664FDD}" srcOrd="6" destOrd="0" parTransId="{2428B925-70BB-44A0-B146-5C2ABF06BCF0}" sibTransId="{C69B8824-EB60-4540-BD4E-528976823381}"/>
    <dgm:cxn modelId="{FD9542F5-3A10-4BAA-A580-56A082A27208}" srcId="{CDCE7F8E-2B15-4402-B6F4-E2CB1AEA02C9}" destId="{222834CB-70A7-4DFB-A2E2-0979F1CEA62E}" srcOrd="0" destOrd="0" parTransId="{F3D077C4-ADEF-4656-B89B-B649F4F951FF}" sibTransId="{C53B2A9E-9EFC-47C2-B050-F4D0D98196A9}"/>
    <dgm:cxn modelId="{FC110BFA-C6E2-4B60-A1C0-E18E5BD2F636}" srcId="{CDCE7F8E-2B15-4402-B6F4-E2CB1AEA02C9}" destId="{B6AB90CE-B930-4209-8535-4347B20E7292}" srcOrd="5" destOrd="0" parTransId="{46B00BD0-2E9C-44B4-A0F3-5830E3C8EB46}" sibTransId="{C95103BC-F3E2-4ABD-A93B-1718D7C49123}"/>
    <dgm:cxn modelId="{B868E409-09B3-4BC6-8729-890A2C2299A1}" type="presParOf" srcId="{8902F8BA-3818-4253-82FA-D525E675EA6E}" destId="{C6A9AA43-EC03-4D47-A2B5-79BCF7A55AA2}" srcOrd="0" destOrd="0" presId="urn:microsoft.com/office/officeart/2018/2/layout/IconVerticalSolidList"/>
    <dgm:cxn modelId="{F22F8CF4-66C2-4C0A-AE7B-533701CC3E8E}" type="presParOf" srcId="{C6A9AA43-EC03-4D47-A2B5-79BCF7A55AA2}" destId="{A01C1563-670B-4BCE-95B0-DD8811238CB3}" srcOrd="0" destOrd="0" presId="urn:microsoft.com/office/officeart/2018/2/layout/IconVerticalSolidList"/>
    <dgm:cxn modelId="{4AC8A92E-6950-4CD0-83AE-69D9AA955B10}" type="presParOf" srcId="{C6A9AA43-EC03-4D47-A2B5-79BCF7A55AA2}" destId="{3C7CC97B-F1A6-4A6F-8804-2499CB7F814B}" srcOrd="1" destOrd="0" presId="urn:microsoft.com/office/officeart/2018/2/layout/IconVerticalSolidList"/>
    <dgm:cxn modelId="{6EEF9F3C-F463-4EC3-A293-7B908F71C657}" type="presParOf" srcId="{C6A9AA43-EC03-4D47-A2B5-79BCF7A55AA2}" destId="{17177370-4330-464B-AF5F-53050E70CDC1}" srcOrd="2" destOrd="0" presId="urn:microsoft.com/office/officeart/2018/2/layout/IconVerticalSolidList"/>
    <dgm:cxn modelId="{5A0C2408-836D-41BA-BAA6-1665D6991357}" type="presParOf" srcId="{C6A9AA43-EC03-4D47-A2B5-79BCF7A55AA2}" destId="{A772A6F5-4FCA-43B9-8C31-1A9B4BF59570}" srcOrd="3" destOrd="0" presId="urn:microsoft.com/office/officeart/2018/2/layout/IconVerticalSolidList"/>
    <dgm:cxn modelId="{2725D8B0-86B4-4C8F-969D-69A415A59F54}" type="presParOf" srcId="{8902F8BA-3818-4253-82FA-D525E675EA6E}" destId="{31B89F9C-E46F-47A9-9D11-81552857F5D0}" srcOrd="1" destOrd="0" presId="urn:microsoft.com/office/officeart/2018/2/layout/IconVerticalSolidList"/>
    <dgm:cxn modelId="{255FABA6-8AF3-4D6A-85B2-E8FEFFA95452}" type="presParOf" srcId="{8902F8BA-3818-4253-82FA-D525E675EA6E}" destId="{9BB2C11D-7809-4118-973A-70425B861DE2}" srcOrd="2" destOrd="0" presId="urn:microsoft.com/office/officeart/2018/2/layout/IconVerticalSolidList"/>
    <dgm:cxn modelId="{C1A4ACEC-595E-4582-83E2-4C4CFE0C534B}" type="presParOf" srcId="{9BB2C11D-7809-4118-973A-70425B861DE2}" destId="{DBF7053A-B2FF-4F6F-B73A-C33B8EFBD527}" srcOrd="0" destOrd="0" presId="urn:microsoft.com/office/officeart/2018/2/layout/IconVerticalSolidList"/>
    <dgm:cxn modelId="{6843E5AE-7086-4737-9522-B7012C2E7745}" type="presParOf" srcId="{9BB2C11D-7809-4118-973A-70425B861DE2}" destId="{2E0FABE1-5AC1-4948-A114-6DC33646E52C}" srcOrd="1" destOrd="0" presId="urn:microsoft.com/office/officeart/2018/2/layout/IconVerticalSolidList"/>
    <dgm:cxn modelId="{A3FE0C34-BF3E-4673-9086-2633710D52EB}" type="presParOf" srcId="{9BB2C11D-7809-4118-973A-70425B861DE2}" destId="{5B0D2891-0223-4FA2-9E5B-B9E604461A9D}" srcOrd="2" destOrd="0" presId="urn:microsoft.com/office/officeart/2018/2/layout/IconVerticalSolidList"/>
    <dgm:cxn modelId="{83A354E3-8ED1-4E99-A409-9E0C2D4D3497}" type="presParOf" srcId="{9BB2C11D-7809-4118-973A-70425B861DE2}" destId="{80A3168A-CBC6-4543-A19C-5FBAC074A556}" srcOrd="3" destOrd="0" presId="urn:microsoft.com/office/officeart/2018/2/layout/IconVerticalSolidList"/>
    <dgm:cxn modelId="{20A92EC4-9726-4442-BFB8-11B140FBDC2A}" type="presParOf" srcId="{8902F8BA-3818-4253-82FA-D525E675EA6E}" destId="{C0BCB9CE-94DA-4716-BADD-22BC6031C413}" srcOrd="3" destOrd="0" presId="urn:microsoft.com/office/officeart/2018/2/layout/IconVerticalSolidList"/>
    <dgm:cxn modelId="{5798A67A-E9FE-448A-9BFA-B026D692F45A}" type="presParOf" srcId="{8902F8BA-3818-4253-82FA-D525E675EA6E}" destId="{0499AAE5-1DB1-40FC-B320-23E8D36EB751}" srcOrd="4" destOrd="0" presId="urn:microsoft.com/office/officeart/2018/2/layout/IconVerticalSolidList"/>
    <dgm:cxn modelId="{CC3584D1-F313-42A7-8472-090C33CD515A}" type="presParOf" srcId="{0499AAE5-1DB1-40FC-B320-23E8D36EB751}" destId="{583BF2EA-1DD1-4ED1-8E26-B98FF5697FC5}" srcOrd="0" destOrd="0" presId="urn:microsoft.com/office/officeart/2018/2/layout/IconVerticalSolidList"/>
    <dgm:cxn modelId="{2BD51F6C-7C72-441C-A8E7-FB57654B0A76}" type="presParOf" srcId="{0499AAE5-1DB1-40FC-B320-23E8D36EB751}" destId="{C519EDCF-FFA9-4E5A-B5D8-01066BBA9D41}" srcOrd="1" destOrd="0" presId="urn:microsoft.com/office/officeart/2018/2/layout/IconVerticalSolidList"/>
    <dgm:cxn modelId="{1AA03FC3-3399-40A7-A786-C7AF1D5554D2}" type="presParOf" srcId="{0499AAE5-1DB1-40FC-B320-23E8D36EB751}" destId="{FB78756D-0EDF-415D-A71E-77FEC7C63849}" srcOrd="2" destOrd="0" presId="urn:microsoft.com/office/officeart/2018/2/layout/IconVerticalSolidList"/>
    <dgm:cxn modelId="{2D658585-9682-4905-8C32-334A8CF2AE64}" type="presParOf" srcId="{0499AAE5-1DB1-40FC-B320-23E8D36EB751}" destId="{556B8DAD-2B5B-4F8C-B756-1E4132CE4876}" srcOrd="3" destOrd="0" presId="urn:microsoft.com/office/officeart/2018/2/layout/IconVerticalSolidList"/>
    <dgm:cxn modelId="{B7B8B8B8-7250-4B18-B101-146A29101458}" type="presParOf" srcId="{8902F8BA-3818-4253-82FA-D525E675EA6E}" destId="{0119E91A-38A1-480C-AEEC-A1323C8A92FA}" srcOrd="5" destOrd="0" presId="urn:microsoft.com/office/officeart/2018/2/layout/IconVerticalSolidList"/>
    <dgm:cxn modelId="{720940CF-2D4B-4294-860B-94AE5EDC6D54}" type="presParOf" srcId="{8902F8BA-3818-4253-82FA-D525E675EA6E}" destId="{3B3CE07C-2F9E-4A21-AB01-7B635CDFC7DE}" srcOrd="6" destOrd="0" presId="urn:microsoft.com/office/officeart/2018/2/layout/IconVerticalSolidList"/>
    <dgm:cxn modelId="{24B2303A-CD4D-4930-A4DF-FF94B090FD83}" type="presParOf" srcId="{3B3CE07C-2F9E-4A21-AB01-7B635CDFC7DE}" destId="{31111D52-F928-4BDA-9F45-2219D9FCA3EC}" srcOrd="0" destOrd="0" presId="urn:microsoft.com/office/officeart/2018/2/layout/IconVerticalSolidList"/>
    <dgm:cxn modelId="{4DF168DC-568C-4A72-A370-1060A292B970}" type="presParOf" srcId="{3B3CE07C-2F9E-4A21-AB01-7B635CDFC7DE}" destId="{A76D86FF-2F76-4132-AA97-5206B5BA1151}" srcOrd="1" destOrd="0" presId="urn:microsoft.com/office/officeart/2018/2/layout/IconVerticalSolidList"/>
    <dgm:cxn modelId="{F327475D-B36F-4D8D-BF97-7B8392AE4A30}" type="presParOf" srcId="{3B3CE07C-2F9E-4A21-AB01-7B635CDFC7DE}" destId="{FAC2028A-49AF-4742-8D88-FACC3FF691AA}" srcOrd="2" destOrd="0" presId="urn:microsoft.com/office/officeart/2018/2/layout/IconVerticalSolidList"/>
    <dgm:cxn modelId="{69FDA246-8AF0-4B10-A350-4552B822CF51}" type="presParOf" srcId="{3B3CE07C-2F9E-4A21-AB01-7B635CDFC7DE}" destId="{4D7268F1-BEA2-4C13-B7DD-F8613A05E629}" srcOrd="3" destOrd="0" presId="urn:microsoft.com/office/officeart/2018/2/layout/IconVerticalSolidList"/>
    <dgm:cxn modelId="{E1F970DA-D59D-45B3-97B7-F5133D2B78C5}" type="presParOf" srcId="{8902F8BA-3818-4253-82FA-D525E675EA6E}" destId="{6641195F-10D7-4F6D-BEEC-9F9D64EAFA6E}" srcOrd="7" destOrd="0" presId="urn:microsoft.com/office/officeart/2018/2/layout/IconVerticalSolidList"/>
    <dgm:cxn modelId="{EC2CBA1C-537B-46DD-A264-7ADDF03708E6}" type="presParOf" srcId="{8902F8BA-3818-4253-82FA-D525E675EA6E}" destId="{DE6E1F00-A5A6-4838-BDD9-4BD8E628B01D}" srcOrd="8" destOrd="0" presId="urn:microsoft.com/office/officeart/2018/2/layout/IconVerticalSolidList"/>
    <dgm:cxn modelId="{C67DE38A-08C7-4181-A183-697553477057}" type="presParOf" srcId="{DE6E1F00-A5A6-4838-BDD9-4BD8E628B01D}" destId="{31C0C136-B0A8-4FF1-B5D7-7524F00A4492}" srcOrd="0" destOrd="0" presId="urn:microsoft.com/office/officeart/2018/2/layout/IconVerticalSolidList"/>
    <dgm:cxn modelId="{6CEC36A1-1798-485C-B479-284805A61E2E}" type="presParOf" srcId="{DE6E1F00-A5A6-4838-BDD9-4BD8E628B01D}" destId="{8FCD1311-C480-4B58-93BA-FEE7E06F4DF3}" srcOrd="1" destOrd="0" presId="urn:microsoft.com/office/officeart/2018/2/layout/IconVerticalSolidList"/>
    <dgm:cxn modelId="{10B1C580-479A-4E8C-9566-AFCAD02AFBB6}" type="presParOf" srcId="{DE6E1F00-A5A6-4838-BDD9-4BD8E628B01D}" destId="{931A332F-B390-44B2-A39E-EB3137372B41}" srcOrd="2" destOrd="0" presId="urn:microsoft.com/office/officeart/2018/2/layout/IconVerticalSolidList"/>
    <dgm:cxn modelId="{33011C15-B28F-44E8-845E-6F5D5CE62EE3}" type="presParOf" srcId="{DE6E1F00-A5A6-4838-BDD9-4BD8E628B01D}" destId="{1CCE88DE-E59A-45CE-9E03-012E04BB1173}" srcOrd="3" destOrd="0" presId="urn:microsoft.com/office/officeart/2018/2/layout/IconVerticalSolidList"/>
    <dgm:cxn modelId="{F75B406C-19AE-4E9C-AF0C-9D2870C0148C}" type="presParOf" srcId="{8902F8BA-3818-4253-82FA-D525E675EA6E}" destId="{A4F0BC06-3DA8-4F16-A619-FEA815A1FB68}" srcOrd="9" destOrd="0" presId="urn:microsoft.com/office/officeart/2018/2/layout/IconVerticalSolidList"/>
    <dgm:cxn modelId="{3757105C-3D4C-440B-97D0-45487FE152F0}" type="presParOf" srcId="{8902F8BA-3818-4253-82FA-D525E675EA6E}" destId="{83B66FC6-FD09-443B-A9D2-B1C2A0D3540F}" srcOrd="10" destOrd="0" presId="urn:microsoft.com/office/officeart/2018/2/layout/IconVerticalSolidList"/>
    <dgm:cxn modelId="{DE17CF7A-47A4-4044-805B-0AB637E2BB59}" type="presParOf" srcId="{83B66FC6-FD09-443B-A9D2-B1C2A0D3540F}" destId="{A12A4923-5452-4025-B196-6ABB1B2839D9}" srcOrd="0" destOrd="0" presId="urn:microsoft.com/office/officeart/2018/2/layout/IconVerticalSolidList"/>
    <dgm:cxn modelId="{98FDA35B-BF6A-49D6-A586-3ED688589B74}" type="presParOf" srcId="{83B66FC6-FD09-443B-A9D2-B1C2A0D3540F}" destId="{7F9A5137-7A73-4191-8E4E-F8E75872162D}" srcOrd="1" destOrd="0" presId="urn:microsoft.com/office/officeart/2018/2/layout/IconVerticalSolidList"/>
    <dgm:cxn modelId="{3E793298-D719-4844-889A-0E210C8835AF}" type="presParOf" srcId="{83B66FC6-FD09-443B-A9D2-B1C2A0D3540F}" destId="{418C1D01-2B17-4D54-927E-F01CB941EDC1}" srcOrd="2" destOrd="0" presId="urn:microsoft.com/office/officeart/2018/2/layout/IconVerticalSolidList"/>
    <dgm:cxn modelId="{4E241A82-3E90-4397-8681-6F10FF298EEB}" type="presParOf" srcId="{83B66FC6-FD09-443B-A9D2-B1C2A0D3540F}" destId="{3BCA9805-6EBA-4CA4-B9B8-F0ABBDAD5D89}" srcOrd="3" destOrd="0" presId="urn:microsoft.com/office/officeart/2018/2/layout/IconVerticalSolidList"/>
    <dgm:cxn modelId="{517A9DFD-7626-4D13-9774-3A7C944AA705}" type="presParOf" srcId="{8902F8BA-3818-4253-82FA-D525E675EA6E}" destId="{22DEDE40-05FD-484D-9630-04E987D9F8F0}" srcOrd="11" destOrd="0" presId="urn:microsoft.com/office/officeart/2018/2/layout/IconVerticalSolidList"/>
    <dgm:cxn modelId="{92D57E3F-987A-45C7-9D10-6085826859EA}" type="presParOf" srcId="{8902F8BA-3818-4253-82FA-D525E675EA6E}" destId="{3B79EF22-1B48-4F66-A2A1-D7A63FC5FE80}" srcOrd="12" destOrd="0" presId="urn:microsoft.com/office/officeart/2018/2/layout/IconVerticalSolidList"/>
    <dgm:cxn modelId="{8D19F77C-0457-4416-9C12-48068A321658}" type="presParOf" srcId="{3B79EF22-1B48-4F66-A2A1-D7A63FC5FE80}" destId="{3DD1A30D-65C5-4498-B2AE-D18B79263B60}" srcOrd="0" destOrd="0" presId="urn:microsoft.com/office/officeart/2018/2/layout/IconVerticalSolidList"/>
    <dgm:cxn modelId="{45A68D44-C99C-4C53-9755-3CC993A5D26F}" type="presParOf" srcId="{3B79EF22-1B48-4F66-A2A1-D7A63FC5FE80}" destId="{94F725C9-F8AE-487D-AACF-98A894DFBAF6}" srcOrd="1" destOrd="0" presId="urn:microsoft.com/office/officeart/2018/2/layout/IconVerticalSolidList"/>
    <dgm:cxn modelId="{7BBC1564-1DA6-4973-BCDA-F53E1AEC205A}" type="presParOf" srcId="{3B79EF22-1B48-4F66-A2A1-D7A63FC5FE80}" destId="{DC3D7955-CC9B-4523-9A44-9A69E961D82F}" srcOrd="2" destOrd="0" presId="urn:microsoft.com/office/officeart/2018/2/layout/IconVerticalSolidList"/>
    <dgm:cxn modelId="{DD1252D9-3D54-4B1C-899A-AC942DBD658F}" type="presParOf" srcId="{3B79EF22-1B48-4F66-A2A1-D7A63FC5FE80}" destId="{A5F70F6F-276A-4CA9-AD70-FC5297C8DCB7}" srcOrd="3" destOrd="0" presId="urn:microsoft.com/office/officeart/2018/2/layout/IconVerticalSolidList"/>
    <dgm:cxn modelId="{FF34C2A0-9139-4357-AA61-3013AA49B527}" type="presParOf" srcId="{8902F8BA-3818-4253-82FA-D525E675EA6E}" destId="{513724A2-68B6-4749-BBDB-828D9EB67F29}" srcOrd="13" destOrd="0" presId="urn:microsoft.com/office/officeart/2018/2/layout/IconVerticalSolidList"/>
    <dgm:cxn modelId="{F12AA2EB-2408-4275-BE38-076D307C0E62}" type="presParOf" srcId="{8902F8BA-3818-4253-82FA-D525E675EA6E}" destId="{93B883AE-28A1-40A6-BA9C-A252F82E3EE3}" srcOrd="14" destOrd="0" presId="urn:microsoft.com/office/officeart/2018/2/layout/IconVerticalSolidList"/>
    <dgm:cxn modelId="{7F066DA3-D87D-4748-9418-CF1280E887DF}" type="presParOf" srcId="{93B883AE-28A1-40A6-BA9C-A252F82E3EE3}" destId="{390FE148-51AF-473C-A835-C53ED26D28B7}" srcOrd="0" destOrd="0" presId="urn:microsoft.com/office/officeart/2018/2/layout/IconVerticalSolidList"/>
    <dgm:cxn modelId="{8BC58D97-9994-445B-87C9-EC1AD76A5F00}" type="presParOf" srcId="{93B883AE-28A1-40A6-BA9C-A252F82E3EE3}" destId="{C3C9B68B-E99D-41C1-91A7-6B38233C8503}" srcOrd="1" destOrd="0" presId="urn:microsoft.com/office/officeart/2018/2/layout/IconVerticalSolidList"/>
    <dgm:cxn modelId="{BE45A879-2A6A-4DF5-9DB2-C316834AAE24}" type="presParOf" srcId="{93B883AE-28A1-40A6-BA9C-A252F82E3EE3}" destId="{F36F2604-B38D-4C22-AC88-75BE50E85D32}" srcOrd="2" destOrd="0" presId="urn:microsoft.com/office/officeart/2018/2/layout/IconVerticalSolidList"/>
    <dgm:cxn modelId="{82D7F1E2-AA86-4FF3-A0CB-F977334217AD}" type="presParOf" srcId="{93B883AE-28A1-40A6-BA9C-A252F82E3EE3}" destId="{0F440051-AE5F-4A66-BB7A-3E14C054578A}" srcOrd="3" destOrd="0" presId="urn:microsoft.com/office/officeart/2018/2/layout/IconVerticalSolidList"/>
    <dgm:cxn modelId="{F332639F-B05A-4F76-B387-DEE7EE027570}" type="presParOf" srcId="{8902F8BA-3818-4253-82FA-D525E675EA6E}" destId="{C702C9AF-5E6A-40C3-9F9C-59E84DAB6451}" srcOrd="15" destOrd="0" presId="urn:microsoft.com/office/officeart/2018/2/layout/IconVerticalSolidList"/>
    <dgm:cxn modelId="{82430ABE-1B78-4121-BEA4-1159377C7BE5}" type="presParOf" srcId="{8902F8BA-3818-4253-82FA-D525E675EA6E}" destId="{54D1B5ED-1085-43F8-8803-101DE68FC6D7}" srcOrd="16" destOrd="0" presId="urn:microsoft.com/office/officeart/2018/2/layout/IconVerticalSolidList"/>
    <dgm:cxn modelId="{96CA8A1F-3F76-4C66-8A2D-487686BFB8A4}" type="presParOf" srcId="{54D1B5ED-1085-43F8-8803-101DE68FC6D7}" destId="{6366E0B9-7D9D-4100-A8FB-3F1D90567697}" srcOrd="0" destOrd="0" presId="urn:microsoft.com/office/officeart/2018/2/layout/IconVerticalSolidList"/>
    <dgm:cxn modelId="{6CA5AEDE-C98A-4068-85D3-F0C9DDC9A4DF}" type="presParOf" srcId="{54D1B5ED-1085-43F8-8803-101DE68FC6D7}" destId="{A5DAC39A-3D41-44CF-A47B-84472A20058C}" srcOrd="1" destOrd="0" presId="urn:microsoft.com/office/officeart/2018/2/layout/IconVerticalSolidList"/>
    <dgm:cxn modelId="{2C86327E-653B-4F66-A4A7-9873894AC98B}" type="presParOf" srcId="{54D1B5ED-1085-43F8-8803-101DE68FC6D7}" destId="{36B0A07A-DE6B-4E76-97DD-0F2738C922A7}" srcOrd="2" destOrd="0" presId="urn:microsoft.com/office/officeart/2018/2/layout/IconVerticalSolidList"/>
    <dgm:cxn modelId="{7B3463BF-62ED-4B99-AEE5-5806902CF296}" type="presParOf" srcId="{54D1B5ED-1085-43F8-8803-101DE68FC6D7}" destId="{B1E62ABA-3FB6-4B67-8BCC-1CCE860CFA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1C1563-670B-4BCE-95B0-DD8811238CB3}">
      <dsp:nvSpPr>
        <dsp:cNvPr id="0" name=""/>
        <dsp:cNvSpPr/>
      </dsp:nvSpPr>
      <dsp:spPr>
        <a:xfrm>
          <a:off x="0" y="1851"/>
          <a:ext cx="4924425" cy="3442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7CC97B-F1A6-4A6F-8804-2499CB7F814B}">
      <dsp:nvSpPr>
        <dsp:cNvPr id="0" name=""/>
        <dsp:cNvSpPr/>
      </dsp:nvSpPr>
      <dsp:spPr>
        <a:xfrm>
          <a:off x="104149" y="79317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2A6F5-4FCA-43B9-8C31-1A9B4BF59570}">
      <dsp:nvSpPr>
        <dsp:cNvPr id="0" name=""/>
        <dsp:cNvSpPr/>
      </dsp:nvSpPr>
      <dsp:spPr>
        <a:xfrm>
          <a:off x="397661" y="1851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I" sz="1500" kern="1200"/>
            <a:t>Azure DevOps / GitHub – Refine tasks, review PRs</a:t>
          </a:r>
          <a:endParaRPr lang="en-US" sz="1500" kern="1200"/>
        </a:p>
      </dsp:txBody>
      <dsp:txXfrm>
        <a:off x="397661" y="1851"/>
        <a:ext cx="4526763" cy="344295"/>
      </dsp:txXfrm>
    </dsp:sp>
    <dsp:sp modelId="{DBF7053A-B2FF-4F6F-B73A-C33B8EFBD527}">
      <dsp:nvSpPr>
        <dsp:cNvPr id="0" name=""/>
        <dsp:cNvSpPr/>
      </dsp:nvSpPr>
      <dsp:spPr>
        <a:xfrm>
          <a:off x="0" y="432220"/>
          <a:ext cx="4924425" cy="344295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FABE1-5AC1-4948-A114-6DC33646E52C}">
      <dsp:nvSpPr>
        <dsp:cNvPr id="0" name=""/>
        <dsp:cNvSpPr/>
      </dsp:nvSpPr>
      <dsp:spPr>
        <a:xfrm>
          <a:off x="104149" y="509686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3168A-CBC6-4543-A19C-5FBAC074A556}">
      <dsp:nvSpPr>
        <dsp:cNvPr id="0" name=""/>
        <dsp:cNvSpPr/>
      </dsp:nvSpPr>
      <dsp:spPr>
        <a:xfrm>
          <a:off x="397661" y="432220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</a:t>
          </a:r>
          <a:r>
            <a:rPr lang="en-SI" sz="1500" kern="1200" dirty="0"/>
            <a:t>c-code-intel – AL Knowledge infusion</a:t>
          </a:r>
          <a:endParaRPr lang="en-US" sz="1500" kern="1200" dirty="0"/>
        </a:p>
      </dsp:txBody>
      <dsp:txXfrm>
        <a:off x="397661" y="432220"/>
        <a:ext cx="4526763" cy="344295"/>
      </dsp:txXfrm>
    </dsp:sp>
    <dsp:sp modelId="{583BF2EA-1DD1-4ED1-8E26-B98FF5697FC5}">
      <dsp:nvSpPr>
        <dsp:cNvPr id="0" name=""/>
        <dsp:cNvSpPr/>
      </dsp:nvSpPr>
      <dsp:spPr>
        <a:xfrm>
          <a:off x="0" y="862589"/>
          <a:ext cx="4924425" cy="344295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9EDCF-FFA9-4E5A-B5D8-01066BBA9D41}">
      <dsp:nvSpPr>
        <dsp:cNvPr id="0" name=""/>
        <dsp:cNvSpPr/>
      </dsp:nvSpPr>
      <dsp:spPr>
        <a:xfrm>
          <a:off x="104149" y="940055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B8DAD-2B5B-4F8C-B756-1E4132CE4876}">
      <dsp:nvSpPr>
        <dsp:cNvPr id="0" name=""/>
        <dsp:cNvSpPr/>
      </dsp:nvSpPr>
      <dsp:spPr>
        <a:xfrm>
          <a:off x="397661" y="862589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</a:t>
          </a:r>
          <a:r>
            <a:rPr lang="en-SI" sz="1500" kern="1200" dirty="0"/>
            <a:t>l-symbols-</a:t>
          </a:r>
          <a:r>
            <a:rPr lang="en-SI" sz="1500" kern="1200" dirty="0" err="1"/>
            <a:t>mcp</a:t>
          </a:r>
          <a:r>
            <a:rPr lang="en-SI" sz="1500" kern="1200" dirty="0"/>
            <a:t> – </a:t>
          </a:r>
          <a:r>
            <a:rPr lang="en-SI" sz="1500" kern="1200" dirty="0" err="1"/>
            <a:t>Analyze</a:t>
          </a:r>
          <a:r>
            <a:rPr lang="en-SI" sz="1500" kern="1200" dirty="0"/>
            <a:t> the code of your dependencies</a:t>
          </a:r>
          <a:endParaRPr lang="en-US" sz="1500" kern="1200" dirty="0"/>
        </a:p>
      </dsp:txBody>
      <dsp:txXfrm>
        <a:off x="397661" y="862589"/>
        <a:ext cx="4526763" cy="344295"/>
      </dsp:txXfrm>
    </dsp:sp>
    <dsp:sp modelId="{31111D52-F928-4BDA-9F45-2219D9FCA3EC}">
      <dsp:nvSpPr>
        <dsp:cNvPr id="0" name=""/>
        <dsp:cNvSpPr/>
      </dsp:nvSpPr>
      <dsp:spPr>
        <a:xfrm>
          <a:off x="0" y="1292958"/>
          <a:ext cx="4924425" cy="3442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D86FF-2F76-4132-AA97-5206B5BA1151}">
      <dsp:nvSpPr>
        <dsp:cNvPr id="0" name=""/>
        <dsp:cNvSpPr/>
      </dsp:nvSpPr>
      <dsp:spPr>
        <a:xfrm>
          <a:off x="104149" y="1370424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268F1-BEA2-4C13-B7DD-F8613A05E629}">
      <dsp:nvSpPr>
        <dsp:cNvPr id="0" name=""/>
        <dsp:cNvSpPr/>
      </dsp:nvSpPr>
      <dsp:spPr>
        <a:xfrm>
          <a:off x="397661" y="1292958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I" sz="1500" kern="1200" dirty="0"/>
            <a:t>Telemetry Buddy – </a:t>
          </a:r>
          <a:r>
            <a:rPr lang="en-SI" sz="1500" kern="1200" dirty="0" err="1"/>
            <a:t>Analyze</a:t>
          </a:r>
          <a:r>
            <a:rPr lang="en-SI" sz="1500" kern="1200" dirty="0"/>
            <a:t> telemetry in natural language</a:t>
          </a:r>
          <a:endParaRPr lang="en-US" sz="1500" kern="1200" dirty="0"/>
        </a:p>
      </dsp:txBody>
      <dsp:txXfrm>
        <a:off x="397661" y="1292958"/>
        <a:ext cx="4526763" cy="344295"/>
      </dsp:txXfrm>
    </dsp:sp>
    <dsp:sp modelId="{31C0C136-B0A8-4FF1-B5D7-7524F00A4492}">
      <dsp:nvSpPr>
        <dsp:cNvPr id="0" name=""/>
        <dsp:cNvSpPr/>
      </dsp:nvSpPr>
      <dsp:spPr>
        <a:xfrm>
          <a:off x="0" y="1723327"/>
          <a:ext cx="4924425" cy="3442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D1311-C480-4B58-93BA-FEE7E06F4DF3}">
      <dsp:nvSpPr>
        <dsp:cNvPr id="0" name=""/>
        <dsp:cNvSpPr/>
      </dsp:nvSpPr>
      <dsp:spPr>
        <a:xfrm>
          <a:off x="104149" y="1800793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E88DE-E59A-45CE-9E03-012E04BB1173}">
      <dsp:nvSpPr>
        <dsp:cNvPr id="0" name=""/>
        <dsp:cNvSpPr/>
      </dsp:nvSpPr>
      <dsp:spPr>
        <a:xfrm>
          <a:off x="397661" y="1723327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I" sz="1500" kern="1200" dirty="0"/>
            <a:t>YAMPI – Administer BC Environments</a:t>
          </a:r>
          <a:endParaRPr lang="en-US" sz="1500" kern="1200" dirty="0"/>
        </a:p>
      </dsp:txBody>
      <dsp:txXfrm>
        <a:off x="397661" y="1723327"/>
        <a:ext cx="4526763" cy="344295"/>
      </dsp:txXfrm>
    </dsp:sp>
    <dsp:sp modelId="{A12A4923-5452-4025-B196-6ABB1B2839D9}">
      <dsp:nvSpPr>
        <dsp:cNvPr id="0" name=""/>
        <dsp:cNvSpPr/>
      </dsp:nvSpPr>
      <dsp:spPr>
        <a:xfrm>
          <a:off x="0" y="2153696"/>
          <a:ext cx="4924425" cy="3442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9A5137-7A73-4191-8E4E-F8E75872162D}">
      <dsp:nvSpPr>
        <dsp:cNvPr id="0" name=""/>
        <dsp:cNvSpPr/>
      </dsp:nvSpPr>
      <dsp:spPr>
        <a:xfrm>
          <a:off x="104149" y="2231162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A9805-6EBA-4CA4-B9B8-F0ABBDAD5D89}">
      <dsp:nvSpPr>
        <dsp:cNvPr id="0" name=""/>
        <dsp:cNvSpPr/>
      </dsp:nvSpPr>
      <dsp:spPr>
        <a:xfrm>
          <a:off x="397661" y="2153696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I" sz="1500" kern="1200" dirty="0"/>
            <a:t>Serena – Stronger symbol analysis</a:t>
          </a:r>
          <a:endParaRPr lang="en-US" sz="1500" kern="1200" dirty="0"/>
        </a:p>
      </dsp:txBody>
      <dsp:txXfrm>
        <a:off x="397661" y="2153696"/>
        <a:ext cx="4526763" cy="344295"/>
      </dsp:txXfrm>
    </dsp:sp>
    <dsp:sp modelId="{3DD1A30D-65C5-4498-B2AE-D18B79263B60}">
      <dsp:nvSpPr>
        <dsp:cNvPr id="0" name=""/>
        <dsp:cNvSpPr/>
      </dsp:nvSpPr>
      <dsp:spPr>
        <a:xfrm>
          <a:off x="0" y="2584065"/>
          <a:ext cx="4924425" cy="3442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725C9-F8AE-487D-AACF-98A894DFBAF6}">
      <dsp:nvSpPr>
        <dsp:cNvPr id="0" name=""/>
        <dsp:cNvSpPr/>
      </dsp:nvSpPr>
      <dsp:spPr>
        <a:xfrm>
          <a:off x="104149" y="2661531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70F6F-276A-4CA9-AD70-FC5297C8DCB7}">
      <dsp:nvSpPr>
        <dsp:cNvPr id="0" name=""/>
        <dsp:cNvSpPr/>
      </dsp:nvSpPr>
      <dsp:spPr>
        <a:xfrm>
          <a:off x="397661" y="2584065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I" sz="1500" kern="1200" dirty="0"/>
            <a:t>MS Docs – Official documentation</a:t>
          </a:r>
          <a:endParaRPr lang="en-US" sz="1500" kern="1200" dirty="0"/>
        </a:p>
      </dsp:txBody>
      <dsp:txXfrm>
        <a:off x="397661" y="2584065"/>
        <a:ext cx="4526763" cy="344295"/>
      </dsp:txXfrm>
    </dsp:sp>
    <dsp:sp modelId="{390FE148-51AF-473C-A835-C53ED26D28B7}">
      <dsp:nvSpPr>
        <dsp:cNvPr id="0" name=""/>
        <dsp:cNvSpPr/>
      </dsp:nvSpPr>
      <dsp:spPr>
        <a:xfrm>
          <a:off x="0" y="3014434"/>
          <a:ext cx="4924425" cy="3442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9B68B-E99D-41C1-91A7-6B38233C8503}">
      <dsp:nvSpPr>
        <dsp:cNvPr id="0" name=""/>
        <dsp:cNvSpPr/>
      </dsp:nvSpPr>
      <dsp:spPr>
        <a:xfrm>
          <a:off x="104149" y="3091901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40051-AE5F-4A66-BB7A-3E14C054578A}">
      <dsp:nvSpPr>
        <dsp:cNvPr id="0" name=""/>
        <dsp:cNvSpPr/>
      </dsp:nvSpPr>
      <dsp:spPr>
        <a:xfrm>
          <a:off x="397661" y="3014434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I" sz="1500" kern="1200" dirty="0"/>
            <a:t>AL Object ID Ninja – Stops ID conflicts</a:t>
          </a:r>
          <a:endParaRPr lang="en-US" sz="1500" kern="1200" dirty="0"/>
        </a:p>
      </dsp:txBody>
      <dsp:txXfrm>
        <a:off x="397661" y="3014434"/>
        <a:ext cx="4526763" cy="344295"/>
      </dsp:txXfrm>
    </dsp:sp>
    <dsp:sp modelId="{6366E0B9-7D9D-4100-A8FB-3F1D90567697}">
      <dsp:nvSpPr>
        <dsp:cNvPr id="0" name=""/>
        <dsp:cNvSpPr/>
      </dsp:nvSpPr>
      <dsp:spPr>
        <a:xfrm>
          <a:off x="0" y="3444803"/>
          <a:ext cx="4924425" cy="34429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AC39A-3D41-44CF-A47B-84472A20058C}">
      <dsp:nvSpPr>
        <dsp:cNvPr id="0" name=""/>
        <dsp:cNvSpPr/>
      </dsp:nvSpPr>
      <dsp:spPr>
        <a:xfrm>
          <a:off x="104149" y="3522270"/>
          <a:ext cx="189362" cy="1893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62ABA-3FB6-4B67-8BCC-1CCE860CFAA0}">
      <dsp:nvSpPr>
        <dsp:cNvPr id="0" name=""/>
        <dsp:cNvSpPr/>
      </dsp:nvSpPr>
      <dsp:spPr>
        <a:xfrm>
          <a:off x="397661" y="3444803"/>
          <a:ext cx="4526763" cy="34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38" tIns="36438" rIns="36438" bIns="364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I" sz="1500" kern="1200" dirty="0"/>
            <a:t>NAB AL Tools – Translation workflow for Copilot</a:t>
          </a:r>
          <a:endParaRPr lang="en-US" sz="1500" kern="1200" dirty="0"/>
        </a:p>
      </dsp:txBody>
      <dsp:txXfrm>
        <a:off x="397661" y="3444803"/>
        <a:ext cx="4526763" cy="344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30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room settle. This slide stays up while people walk in and get coffee.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intro from both — one minute each. Keep it moving. Don't linger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Timetable — "you are here": Welcome (9:00).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E42C-E179-5088-C1B4-60C34BBC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BC5DF-F6FB-4E70-D157-181AFF65A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9E319-B763-CB50-EAA1-ABF61B349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6959-A59B-DB0F-F434-D8052FD45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FF66C-93EE-4168-BD43-87B5CC0107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63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 intro placeholder — Module 1: Module 1: MCPs. Insert ~3–6 slides here.</a:t>
            </a:r>
          </a:p>
          <a:p>
            <a:endParaRPr/>
          </a:p>
          <a:p>
            <a:r>
              <a:t>---</a:t>
            </a:r>
          </a:p>
          <a:p>
            <a:r>
              <a:t>[CONCEPT PREP NOTES]</a:t>
            </a:r>
          </a:p>
          <a:p>
            <a:r>
              <a:t>Topics to cover:</a:t>
            </a:r>
          </a:p>
          <a:p>
            <a:r>
              <a:t>What is an MCP and why it matters</a:t>
            </a:r>
          </a:p>
          <a:p>
            <a:r>
              <a:t>Two install paths: VS Code marketplace vs. GitHub README 'install' button</a:t>
            </a:r>
          </a:p>
          <a:p>
            <a:r>
              <a:t>The curated MCP list for today</a:t>
            </a:r>
          </a:p>
          <a:p>
            <a:r>
              <a:t>Documentation demo: agent calls BC docs MCP to look up a feature. Keep under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I" dirty="0" err="1"/>
              <a:t>Specifc</a:t>
            </a:r>
            <a:r>
              <a:rPr lang="en-SI" dirty="0"/>
              <a:t> tasks on how to use each of the </a:t>
            </a:r>
            <a:r>
              <a:rPr lang="en-SI" dirty="0" err="1"/>
              <a:t>MCPs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moving. One word or one sentence per person — go around the room or take raised hands. Don't let one person narrate their whole experience.</a:t>
            </a:r>
            <a:br>
              <a:rPr lang="en-SI" dirty="0"/>
            </a:br>
            <a:br>
              <a:rPr lang="en-SI" dirty="0"/>
            </a:br>
            <a:r>
              <a:rPr lang="en-SI" dirty="0"/>
              <a:t>Let’s approach </a:t>
            </a:r>
            <a:r>
              <a:rPr lang="en-US" dirty="0" err="1"/>
              <a:t>Wooclap</a:t>
            </a:r>
            <a:r>
              <a:rPr lang="en-SI" dirty="0"/>
              <a:t> as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65E57-9E82-D3CF-313F-7D570F28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3D7A8-41A0-D57C-EF90-6253F1CEE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5795F-56AF-5735-AF73-BDEADD387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moving. One word or one sentence per person — go around the room or take raised hands. Don't let one person narrate their whole experience.</a:t>
            </a:r>
            <a:br>
              <a:rPr lang="en-SI" dirty="0"/>
            </a:br>
            <a:br>
              <a:rPr lang="en-SI" dirty="0"/>
            </a:br>
            <a:r>
              <a:rPr lang="en-SI" dirty="0"/>
              <a:t>Let’s approach </a:t>
            </a:r>
            <a:r>
              <a:rPr lang="en-US" dirty="0" err="1"/>
              <a:t>Wooclap</a:t>
            </a:r>
            <a:r>
              <a:rPr lang="en-SI" dirty="0"/>
              <a:t> as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B00A4-7ACF-C475-EFBD-68E7A0FEA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75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45D88-BDA5-3F66-7B6A-B668A977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4B83-1553-0EF0-52BA-FC93108A0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607E6-5895-8E81-18FB-FD9DC51F9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moving. One word or one sentence per person — go around the room or take raised hands. Don't let one person narrate their whole experience.</a:t>
            </a:r>
            <a:br>
              <a:rPr lang="en-SI" dirty="0"/>
            </a:br>
            <a:br>
              <a:rPr lang="en-SI" dirty="0"/>
            </a:br>
            <a:r>
              <a:rPr lang="en-SI" dirty="0"/>
              <a:t>Let’s approach </a:t>
            </a:r>
            <a:r>
              <a:rPr lang="en-US" dirty="0" err="1"/>
              <a:t>Wooclap</a:t>
            </a:r>
            <a:r>
              <a:rPr lang="en-SI" dirty="0"/>
              <a:t> as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2E8C5-9F6D-018B-1B0F-EDBDD0856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4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Timetable — "you are here": Break (10:30).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 intro placeholder — Module 2: Module 2: Custom agents. Insert ~4–8 slides here.</a:t>
            </a:r>
          </a:p>
          <a:p>
            <a:endParaRPr/>
          </a:p>
          <a:p>
            <a:r>
              <a:t>---</a:t>
            </a:r>
          </a:p>
          <a:p>
            <a:r>
              <a:t>[CONCEPT PREP NOTES]</a:t>
            </a:r>
          </a:p>
          <a:p>
            <a:r>
              <a:t>Topics to cover:</a:t>
            </a:r>
          </a:p>
          <a:p>
            <a:r>
              <a:t>The 'all tools enabled = 25k tokens for hello' demo</a:t>
            </a:r>
          </a:p>
          <a:p>
            <a:r>
              <a:t>Anatomy of a custom agent: instructions, scoped toolset, chat mode</a:t>
            </a:r>
          </a:p>
          <a:p>
            <a:r>
              <a:t>Community agents: brief look at one running on a sample work item (60–90s) — see what a stranger's agent looks like, then build your own</a:t>
            </a:r>
          </a:p>
          <a:p>
            <a:r>
              <a:t>Documentation demo: Tine's documentation agent — instructions, scoped toolset, where it sits in the picker (~5 min). Structural mirror to what attendees build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I" dirty="0"/>
              <a:t>This is where the community links come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people who looked frustrated, not just people who looked confident. The frustrations teach the room more.</a:t>
            </a:r>
            <a:endParaRPr lang="en-SI" dirty="0"/>
          </a:p>
          <a:p>
            <a:endParaRPr lang="en-SI" dirty="0"/>
          </a:p>
          <a:p>
            <a:r>
              <a:rPr lang="en-SI" dirty="0"/>
              <a:t>How easy/frustrating was the iteration.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Timetable — "you are here": Lunch (12:30).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 intro placeholder — Module 3: Module 3: Sub-agents. Insert ~5–8 slides here.</a:t>
            </a:r>
          </a:p>
          <a:p>
            <a:endParaRPr/>
          </a:p>
          <a:p>
            <a:r>
              <a:t>---</a:t>
            </a:r>
          </a:p>
          <a:p>
            <a:r>
              <a:t>[CONCEPT PREP NOTES]</a:t>
            </a:r>
          </a:p>
          <a:p>
            <a:r>
              <a:t>Topics to cover:</a:t>
            </a:r>
          </a:p>
          <a:p>
            <a:r>
              <a:t>The transfer-order story — consultant analysing existing base app code</a:t>
            </a:r>
          </a:p>
          <a:p>
            <a:r>
              <a:t>Context window blow-up, and sub-agents as the fix</a:t>
            </a:r>
          </a:p>
          <a:p>
            <a:r>
              <a:t>The 'Run a task within an isolated sub-agent context' setting</a:t>
            </a:r>
          </a:p>
          <a:p>
            <a:r>
              <a:t>Custom agents as sub-agents</a:t>
            </a:r>
          </a:p>
          <a:p>
            <a:r>
              <a:t>Requirements analyst orchestrator example — set session target framing</a:t>
            </a:r>
          </a:p>
          <a:p>
            <a:r>
              <a:t>Documentation demo: doc agent fans out — source-code reader, docs reader, style-guide checker (~5 min). Mirror of the analyst 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FF66C-93EE-4168-BD43-87B5CC01072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692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genuine design question with no single right answer. Push people to name a principle, not just a feeling.</a:t>
            </a:r>
            <a:endParaRPr lang="en-SI"/>
          </a:p>
          <a:p>
            <a:endParaRPr lang="en-SI"/>
          </a:p>
          <a:p>
            <a:r>
              <a:rPr lang="en-US"/>
              <a:t>W</a:t>
            </a:r>
            <a:r>
              <a:rPr lang="en-SI" err="1"/>
              <a:t>ord</a:t>
            </a:r>
            <a:r>
              <a:rPr lang="en-SI"/>
              <a:t> cloud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8CED2-83DF-BC3A-0DE8-A42CA348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584EA-6CFB-C6AB-628E-74881DB3F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07F92-A815-D832-0678-C136E6002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5EC0C-549A-5078-EBBC-B26A3DE9A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564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Timetable — "you are here": Break (14:45).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 intro placeholder — Module 4: Module 4: Skills, and where everything else fits. Insert ~4–6 slides here.</a:t>
            </a:r>
          </a:p>
          <a:p>
            <a:endParaRPr/>
          </a:p>
          <a:p>
            <a:r>
              <a:t>---</a:t>
            </a:r>
          </a:p>
          <a:p>
            <a:r>
              <a:t>[CONCEPT PREP NOTES]</a:t>
            </a:r>
          </a:p>
          <a:p>
            <a:r>
              <a:t>Topics to cover:</a:t>
            </a:r>
          </a:p>
          <a:p>
            <a:r>
              <a:t>What a skill is: frontmatter + lazy body load</a:t>
            </a:r>
          </a:p>
          <a:p>
            <a:r>
              <a:t>The layered improvement loop preview</a:t>
            </a:r>
          </a:p>
          <a:p>
            <a:r>
              <a:t>Why .prompt.md files don't appear here — main treatment is in the closing</a:t>
            </a:r>
          </a:p>
          <a:p>
            <a:r>
              <a:t>End on the matrix slide (M4.0) — that's the punchline before exercises</a:t>
            </a:r>
          </a:p>
          <a:p>
            <a:r>
              <a:t>Documentation demo: a skill from Tine's docs agent — frontmatter, body, when it loads (~3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fast. You want volume here — the surprises stack. Write them on a whiteboard if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64C7-126B-D86E-561B-DA499AB2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CFFF2-B29C-DB0C-214F-073506303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7B481-E426-F5E3-D5E2-51F16AF9E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88E9F-85B6-6797-4618-BA4983C90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954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Timetable — "you are here": M5: BG Agents (16:00).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 intro placeholder — Module 5: Module 5: Background agents. Insert ~4–6 slides here.</a:t>
            </a:r>
          </a:p>
          <a:p>
            <a:endParaRPr/>
          </a:p>
          <a:p>
            <a:r>
              <a:t>---</a:t>
            </a:r>
          </a:p>
          <a:p>
            <a:r>
              <a:t>[CONCEPT PREP NOTES]</a:t>
            </a:r>
          </a:p>
          <a:p>
            <a:r>
              <a:t>Topics to cover:</a:t>
            </a:r>
          </a:p>
          <a:p>
            <a:r>
              <a:t>The session-target picker</a:t>
            </a:r>
          </a:p>
          <a:p>
            <a:r>
              <a:t>Where an agent can run: VS Code local, Copilot CLI (and why front-runners moved to the terminal)</a:t>
            </a:r>
          </a:p>
          <a:p>
            <a:r>
              <a:t>The two-agents-one-file problem</a:t>
            </a:r>
          </a:p>
          <a:p>
            <a:r>
              <a:t>Git worktrees as the fix</a:t>
            </a:r>
          </a:p>
          <a:p>
            <a:r>
              <a:t>The apply-changes-back-to-workspace flow</a:t>
            </a:r>
          </a:p>
          <a:p>
            <a:r>
              <a:t>Documentation demo: tooltip-update task to Copilot CLI with worktree, Tine visibly switches back to other work (~4 min). The 'I'm not watching it' moment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73B1-E367-44DB-4641-DB35DC20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A3F1A-2DF9-1508-541E-5590A2646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E2ED8-CCD5-EB90-631D-FB159C8EA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ECE4B-3C86-9427-4C03-712E40CCB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FF66C-93EE-4168-BD43-87B5CC01072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251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FF66C-93EE-4168-BD43-87B5CC01072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939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Don't push for a 'correct' answer. Both reactions are legitimate. The interesting follow-up: what would you need to trust it more?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6D4D1-AA3A-6B6A-6C76-6792636C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FBB64-948D-6C11-230B-F93EFF814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20075-0250-77A9-D5F5-725268E7C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A04FE-D949-54A9-D6DB-BC0BDFE4F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627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Timetable — "you are here": Closing (16:45).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I" dirty="0"/>
              <a:t>They don’t plan, the output text that looks like they do</a:t>
            </a:r>
            <a:br>
              <a:rPr lang="en-SI" dirty="0"/>
            </a:br>
            <a:r>
              <a:rPr lang="en-SI" dirty="0"/>
              <a:t>They don’t solve problems, they output text that looks like solutions</a:t>
            </a:r>
          </a:p>
          <a:p>
            <a:r>
              <a:rPr lang="en-SI" dirty="0"/>
              <a:t>They don’t think, they output text that seems like they do</a:t>
            </a:r>
          </a:p>
          <a:p>
            <a:endParaRPr lang="en-SI" dirty="0"/>
          </a:p>
          <a:p>
            <a:r>
              <a:rPr lang="en-SI" dirty="0"/>
              <a:t>3 ways of org adoption</a:t>
            </a:r>
          </a:p>
          <a:p>
            <a:r>
              <a:rPr lang="en-US" dirty="0"/>
              <a:t>J</a:t>
            </a:r>
            <a:r>
              <a:rPr lang="en-SI" dirty="0" err="1"/>
              <a:t>ust</a:t>
            </a:r>
            <a:r>
              <a:rPr lang="en-SI" dirty="0"/>
              <a:t> show them</a:t>
            </a:r>
          </a:p>
          <a:p>
            <a:r>
              <a:rPr lang="en-US" dirty="0"/>
              <a:t>M</a:t>
            </a:r>
            <a:r>
              <a:rPr lang="en-SI" dirty="0" err="1"/>
              <a:t>ake</a:t>
            </a:r>
            <a:r>
              <a:rPr lang="en-SI" dirty="0"/>
              <a:t> it all for them</a:t>
            </a:r>
          </a:p>
          <a:p>
            <a:r>
              <a:rPr lang="en-US" dirty="0"/>
              <a:t>L</a:t>
            </a:r>
            <a:r>
              <a:rPr lang="en-SI" dirty="0"/>
              <a:t>et them explore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FF66C-93EE-4168-BD43-87B5CC01072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937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 and the goat want to enjoy a picnic near a river. But there's a wolf. What to do with the zucchini?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FF66C-93EE-4168-BD43-87B5CC01072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157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E42C-E179-5088-C1B4-60C34BBC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BC5DF-F6FB-4E70-D157-181AFF65A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9E319-B763-CB50-EAA1-ABF61B349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6959-A59B-DB0F-F434-D8052FD45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FF66C-93EE-4168-BD43-87B5CC01072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632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apologise for the gaps — frame them as scope choices. Keep it under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the main event — the contact info is secondary. Give the room a moment to think before taking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4A835-C172-A2E2-6ABD-C7961320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5A1A7-5FF0-40E5-07B7-3DD0269A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D0FA3-7507-B760-709A-B83A556C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D29F05A-C20A-A45B-DA62-273142E2D4A7}"/>
              </a:ext>
            </a:extLst>
          </p:cNvPr>
          <p:cNvSpPr/>
          <p:nvPr userDrawn="1"/>
        </p:nvSpPr>
        <p:spPr>
          <a:xfrm flipH="1">
            <a:off x="0" y="-2"/>
            <a:ext cx="3558800" cy="5143502"/>
          </a:xfrm>
          <a:custGeom>
            <a:avLst/>
            <a:gdLst>
              <a:gd name="connsiteX0" fmla="*/ 4745066 w 4745066"/>
              <a:gd name="connsiteY0" fmla="*/ 0 h 6858002"/>
              <a:gd name="connsiteX1" fmla="*/ 1381793 w 4745066"/>
              <a:gd name="connsiteY1" fmla="*/ 0 h 6858002"/>
              <a:gd name="connsiteX2" fmla="*/ 1381793 w 4745066"/>
              <a:gd name="connsiteY2" fmla="*/ 2 h 6858002"/>
              <a:gd name="connsiteX3" fmla="*/ 1127636 w 4745066"/>
              <a:gd name="connsiteY3" fmla="*/ 2 h 6858002"/>
              <a:gd name="connsiteX4" fmla="*/ 635747 w 4745066"/>
              <a:gd name="connsiteY4" fmla="*/ 491891 h 6858002"/>
              <a:gd name="connsiteX5" fmla="*/ 635747 w 4745066"/>
              <a:gd name="connsiteY5" fmla="*/ 1212786 h 6858002"/>
              <a:gd name="connsiteX6" fmla="*/ 635747 w 4745066"/>
              <a:gd name="connsiteY6" fmla="*/ 2091294 h 6858002"/>
              <a:gd name="connsiteX7" fmla="*/ 635747 w 4745066"/>
              <a:gd name="connsiteY7" fmla="*/ 3601656 h 6858002"/>
              <a:gd name="connsiteX8" fmla="*/ 635747 w 4745066"/>
              <a:gd name="connsiteY8" fmla="*/ 4741046 h 6858002"/>
              <a:gd name="connsiteX9" fmla="*/ 635747 w 4745066"/>
              <a:gd name="connsiteY9" fmla="*/ 6222246 h 6858002"/>
              <a:gd name="connsiteX10" fmla="*/ 128118 w 4745066"/>
              <a:gd name="connsiteY10" fmla="*/ 6845087 h 6858002"/>
              <a:gd name="connsiteX11" fmla="*/ 0 w 4745066"/>
              <a:gd name="connsiteY11" fmla="*/ 6858002 h 6858002"/>
              <a:gd name="connsiteX12" fmla="*/ 4460586 w 4745066"/>
              <a:gd name="connsiteY12" fmla="*/ 6858002 h 6858002"/>
              <a:gd name="connsiteX13" fmla="*/ 4460586 w 4745066"/>
              <a:gd name="connsiteY13" fmla="*/ 6858001 h 6858002"/>
              <a:gd name="connsiteX14" fmla="*/ 4745066 w 4745066"/>
              <a:gd name="connsiteY14" fmla="*/ 6858001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45066" h="6858002">
                <a:moveTo>
                  <a:pt x="4745066" y="0"/>
                </a:moveTo>
                <a:lnTo>
                  <a:pt x="1381793" y="0"/>
                </a:lnTo>
                <a:lnTo>
                  <a:pt x="1381793" y="2"/>
                </a:lnTo>
                <a:lnTo>
                  <a:pt x="1127636" y="2"/>
                </a:lnTo>
                <a:cubicBezTo>
                  <a:pt x="855974" y="2"/>
                  <a:pt x="635747" y="220229"/>
                  <a:pt x="635747" y="491891"/>
                </a:cubicBezTo>
                <a:lnTo>
                  <a:pt x="635747" y="1212786"/>
                </a:lnTo>
                <a:lnTo>
                  <a:pt x="635747" y="2091294"/>
                </a:lnTo>
                <a:lnTo>
                  <a:pt x="635747" y="3601656"/>
                </a:lnTo>
                <a:lnTo>
                  <a:pt x="635747" y="4741046"/>
                </a:lnTo>
                <a:lnTo>
                  <a:pt x="635747" y="6222246"/>
                </a:lnTo>
                <a:cubicBezTo>
                  <a:pt x="635747" y="6529475"/>
                  <a:pt x="417821" y="6785805"/>
                  <a:pt x="128118" y="6845087"/>
                </a:cubicBezTo>
                <a:lnTo>
                  <a:pt x="0" y="6858002"/>
                </a:lnTo>
                <a:lnTo>
                  <a:pt x="4460586" y="6858002"/>
                </a:lnTo>
                <a:lnTo>
                  <a:pt x="4460586" y="6858001"/>
                </a:lnTo>
                <a:lnTo>
                  <a:pt x="4745066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2F6DE68-350D-4F6F-505E-5911FF9049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76250" y="2638903"/>
            <a:ext cx="2320290" cy="1734977"/>
          </a:xfrm>
        </p:spPr>
        <p:txBody>
          <a:bodyPr lIns="0" tIns="0" rIns="0" bIns="0" anchor="t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9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241F3A-50F2-1E89-CA35-15F281183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1424941"/>
            <a:ext cx="2320290" cy="1146810"/>
          </a:xfrm>
        </p:spPr>
        <p:txBody>
          <a:bodyPr lIns="0" anchor="b">
            <a:noAutofit/>
          </a:bodyPr>
          <a:lstStyle>
            <a:lvl1pPr>
              <a:lnSpc>
                <a:spcPct val="90000"/>
              </a:lnSpc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Your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64EAF79A-67D1-C0F9-7007-9C956AEB0E10}"/>
              </a:ext>
            </a:extLst>
          </p:cNvPr>
          <p:cNvSpPr>
            <a:spLocks noGrp="1"/>
          </p:cNvSpPr>
          <p:nvPr>
            <p:ph sz="quarter" idx="52"/>
          </p:nvPr>
        </p:nvSpPr>
        <p:spPr>
          <a:xfrm>
            <a:off x="3562350" y="976745"/>
            <a:ext cx="4924425" cy="3790517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050"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050"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050"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7671CA-BA26-7316-34AB-C448A9D229F3}"/>
              </a:ext>
            </a:extLst>
          </p:cNvPr>
          <p:cNvGrpSpPr/>
          <p:nvPr userDrawn="1"/>
        </p:nvGrpSpPr>
        <p:grpSpPr>
          <a:xfrm>
            <a:off x="459289" y="0"/>
            <a:ext cx="1375226" cy="45720"/>
            <a:chOff x="9725660" y="391160"/>
            <a:chExt cx="2689860" cy="7874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9B1C6C1-0126-F777-01B9-A7C62F8506CE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6BA8553-FF66-F794-B505-991419C40557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D7B522-A86F-C477-5BD1-4F0C43520574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ABDAD08-37E6-9E1F-FFFD-F11C79546226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5439EF2-3F62-93C3-9325-33042D481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9" y="102394"/>
            <a:ext cx="2366107" cy="74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1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1751F-B4A2-5F78-FA93-54E51C7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5205F-730B-9DF0-013A-8ECCF06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25A4F-0D1E-E56B-5EE4-4DF0ABA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D852C295-F740-B672-FC02-E98F6C195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344" y="525781"/>
            <a:ext cx="6586359" cy="322085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225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D57CCA2E-8EB3-6149-CFA9-94322BEE5F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4344" y="847866"/>
            <a:ext cx="6586359" cy="273845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AF2530E-CE10-5EE9-6227-4CFA169B9A27}"/>
              </a:ext>
            </a:extLst>
          </p:cNvPr>
          <p:cNvGrpSpPr/>
          <p:nvPr userDrawn="1"/>
        </p:nvGrpSpPr>
        <p:grpSpPr>
          <a:xfrm>
            <a:off x="459289" y="0"/>
            <a:ext cx="1375226" cy="45720"/>
            <a:chOff x="9725660" y="391160"/>
            <a:chExt cx="2689860" cy="7874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8B41F77-BC18-61A0-24D9-F1A6F46F30B7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21C9A2F-91DC-6BD8-A7F9-283FF7C3DDEB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7932BBB-65D0-3F58-9399-D137D5411FA9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E97C88E-5959-EF97-145F-02849D743D61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24F37-EF31-1B47-BA6E-308FEC9803D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64344" y="1212057"/>
            <a:ext cx="8305800" cy="3540442"/>
          </a:xfrm>
        </p:spPr>
        <p:txBody>
          <a:bodyPr lIns="0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7CF0D6-99B1-80C5-6238-18AE804537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9" y="102394"/>
            <a:ext cx="2366107" cy="74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left blue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33865C6D-A31B-2641-B2D9-A2C22E5380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3889277" cy="4437023"/>
          </a:xfrm>
          <a:custGeom>
            <a:avLst/>
            <a:gdLst>
              <a:gd name="connsiteX0" fmla="*/ 0 w 6875463"/>
              <a:gd name="connsiteY0" fmla="*/ 5699125 h 5699125"/>
              <a:gd name="connsiteX1" fmla="*/ 1424781 w 6875463"/>
              <a:gd name="connsiteY1" fmla="*/ 0 h 5699125"/>
              <a:gd name="connsiteX2" fmla="*/ 5450682 w 6875463"/>
              <a:gd name="connsiteY2" fmla="*/ 0 h 5699125"/>
              <a:gd name="connsiteX3" fmla="*/ 6875463 w 6875463"/>
              <a:gd name="connsiteY3" fmla="*/ 5699125 h 5699125"/>
              <a:gd name="connsiteX4" fmla="*/ 0 w 6875463"/>
              <a:gd name="connsiteY4" fmla="*/ 5699125 h 5699125"/>
              <a:gd name="connsiteX0" fmla="*/ 0 w 6529474"/>
              <a:gd name="connsiteY0" fmla="*/ 5699125 h 5699125"/>
              <a:gd name="connsiteX1" fmla="*/ 1424781 w 6529474"/>
              <a:gd name="connsiteY1" fmla="*/ 0 h 5699125"/>
              <a:gd name="connsiteX2" fmla="*/ 5450682 w 6529474"/>
              <a:gd name="connsiteY2" fmla="*/ 0 h 5699125"/>
              <a:gd name="connsiteX3" fmla="*/ 6529474 w 6529474"/>
              <a:gd name="connsiteY3" fmla="*/ 5526130 h 5699125"/>
              <a:gd name="connsiteX4" fmla="*/ 0 w 6529474"/>
              <a:gd name="connsiteY4" fmla="*/ 5699125 h 5699125"/>
              <a:gd name="connsiteX0" fmla="*/ 0 w 6875828"/>
              <a:gd name="connsiteY0" fmla="*/ 5699125 h 5699125"/>
              <a:gd name="connsiteX1" fmla="*/ 1424781 w 6875828"/>
              <a:gd name="connsiteY1" fmla="*/ 0 h 5699125"/>
              <a:gd name="connsiteX2" fmla="*/ 6875828 w 6875828"/>
              <a:gd name="connsiteY2" fmla="*/ 0 h 5699125"/>
              <a:gd name="connsiteX3" fmla="*/ 6529474 w 6875828"/>
              <a:gd name="connsiteY3" fmla="*/ 5526130 h 5699125"/>
              <a:gd name="connsiteX4" fmla="*/ 0 w 6875828"/>
              <a:gd name="connsiteY4" fmla="*/ 5699125 h 5699125"/>
              <a:gd name="connsiteX0" fmla="*/ 0 w 6875828"/>
              <a:gd name="connsiteY0" fmla="*/ 5707363 h 5707363"/>
              <a:gd name="connsiteX1" fmla="*/ 7873 w 6875828"/>
              <a:gd name="connsiteY1" fmla="*/ 0 h 5707363"/>
              <a:gd name="connsiteX2" fmla="*/ 6875828 w 6875828"/>
              <a:gd name="connsiteY2" fmla="*/ 8238 h 5707363"/>
              <a:gd name="connsiteX3" fmla="*/ 6529474 w 6875828"/>
              <a:gd name="connsiteY3" fmla="*/ 5534368 h 5707363"/>
              <a:gd name="connsiteX4" fmla="*/ 0 w 6875828"/>
              <a:gd name="connsiteY4" fmla="*/ 5707363 h 5707363"/>
              <a:gd name="connsiteX0" fmla="*/ 0 w 6529474"/>
              <a:gd name="connsiteY0" fmla="*/ 5707363 h 5707363"/>
              <a:gd name="connsiteX1" fmla="*/ 7873 w 6529474"/>
              <a:gd name="connsiteY1" fmla="*/ 0 h 5707363"/>
              <a:gd name="connsiteX2" fmla="*/ 5420739 w 6529474"/>
              <a:gd name="connsiteY2" fmla="*/ 8238 h 5707363"/>
              <a:gd name="connsiteX3" fmla="*/ 6529474 w 6529474"/>
              <a:gd name="connsiteY3" fmla="*/ 5534368 h 5707363"/>
              <a:gd name="connsiteX4" fmla="*/ 0 w 6529474"/>
              <a:gd name="connsiteY4" fmla="*/ 5707363 h 5707363"/>
              <a:gd name="connsiteX0" fmla="*/ 0 w 5420739"/>
              <a:gd name="connsiteY0" fmla="*/ 5707363 h 5916031"/>
              <a:gd name="connsiteX1" fmla="*/ 7873 w 5420739"/>
              <a:gd name="connsiteY1" fmla="*/ 0 h 5916031"/>
              <a:gd name="connsiteX2" fmla="*/ 5420739 w 5420739"/>
              <a:gd name="connsiteY2" fmla="*/ 8238 h 5916031"/>
              <a:gd name="connsiteX3" fmla="*/ 5185703 w 5420739"/>
              <a:gd name="connsiteY3" fmla="*/ 5916031 h 5916031"/>
              <a:gd name="connsiteX4" fmla="*/ 0 w 5420739"/>
              <a:gd name="connsiteY4" fmla="*/ 5707363 h 5916031"/>
              <a:gd name="connsiteX0" fmla="*/ 0 w 5185703"/>
              <a:gd name="connsiteY0" fmla="*/ 5707363 h 5916031"/>
              <a:gd name="connsiteX1" fmla="*/ 7873 w 5185703"/>
              <a:gd name="connsiteY1" fmla="*/ 0 h 5916031"/>
              <a:gd name="connsiteX2" fmla="*/ 4593804 w 5185703"/>
              <a:gd name="connsiteY2" fmla="*/ 8238 h 5916031"/>
              <a:gd name="connsiteX3" fmla="*/ 5185703 w 5185703"/>
              <a:gd name="connsiteY3" fmla="*/ 5916031 h 5916031"/>
              <a:gd name="connsiteX4" fmla="*/ 0 w 5185703"/>
              <a:gd name="connsiteY4" fmla="*/ 5707363 h 591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703" h="5916031">
                <a:moveTo>
                  <a:pt x="0" y="5707363"/>
                </a:moveTo>
                <a:cubicBezTo>
                  <a:pt x="2624" y="3804909"/>
                  <a:pt x="5249" y="1902454"/>
                  <a:pt x="7873" y="0"/>
                </a:cubicBezTo>
                <a:lnTo>
                  <a:pt x="4593804" y="8238"/>
                </a:lnTo>
                <a:lnTo>
                  <a:pt x="5185703" y="5916031"/>
                </a:lnTo>
                <a:lnTo>
                  <a:pt x="0" y="57073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Image</a:t>
            </a:r>
          </a:p>
        </p:txBody>
      </p:sp>
      <p:sp>
        <p:nvSpPr>
          <p:cNvPr id="17" name="Vrije vorm 7">
            <a:extLst>
              <a:ext uri="{FF2B5EF4-FFF2-40B4-BE49-F238E27FC236}">
                <a16:creationId xmlns:a16="http://schemas.microsoft.com/office/drawing/2014/main" id="{AFC243BA-1354-A348-B999-605F986D00AF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2329769" y="127999"/>
            <a:ext cx="5983357" cy="4437023"/>
          </a:xfrm>
          <a:custGeom>
            <a:avLst/>
            <a:gdLst>
              <a:gd name="connsiteX0" fmla="*/ 1244004 w 1245130"/>
              <a:gd name="connsiteY0" fmla="*/ 219096 h 1772036"/>
              <a:gd name="connsiteX1" fmla="*/ -1127 w 1245130"/>
              <a:gd name="connsiteY1" fmla="*/ -461 h 1772036"/>
              <a:gd name="connsiteX2" fmla="*/ -1127 w 1245130"/>
              <a:gd name="connsiteY2" fmla="*/ 1771575 h 1772036"/>
              <a:gd name="connsiteX3" fmla="*/ 1244004 w 1245130"/>
              <a:gd name="connsiteY3" fmla="*/ 1718519 h 1772036"/>
              <a:gd name="connsiteX4" fmla="*/ 1244004 w 1245130"/>
              <a:gd name="connsiteY4" fmla="*/ 219096 h 177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130" h="1772036">
                <a:moveTo>
                  <a:pt x="1244004" y="219096"/>
                </a:moveTo>
                <a:lnTo>
                  <a:pt x="-1127" y="-461"/>
                </a:lnTo>
                <a:lnTo>
                  <a:pt x="-1127" y="1771575"/>
                </a:lnTo>
                <a:lnTo>
                  <a:pt x="1244004" y="1718519"/>
                </a:lnTo>
                <a:lnTo>
                  <a:pt x="1244004" y="219096"/>
                </a:lnTo>
                <a:close/>
              </a:path>
            </a:pathLst>
          </a:custGeom>
          <a:solidFill>
            <a:schemeClr val="accent1">
              <a:alpha val="85616"/>
            </a:schemeClr>
          </a:solidFill>
          <a:ln w="5334" cap="rnd">
            <a:noFill/>
            <a:prstDash val="solid"/>
            <a:round/>
          </a:ln>
        </p:spPr>
        <p:txBody>
          <a:bodyPr rtlCol="0" anchor="ctr"/>
          <a:lstStyle/>
          <a:p>
            <a:endParaRPr lang="nl-NL" sz="135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B743529D-0E80-F442-854A-89B212953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4620" y="359924"/>
            <a:ext cx="4019867" cy="1984442"/>
          </a:xfrm>
        </p:spPr>
        <p:txBody>
          <a:bodyPr anchor="b"/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GB" dirty="0"/>
          </a:p>
        </p:txBody>
      </p:sp>
      <p:sp>
        <p:nvSpPr>
          <p:cNvPr id="19" name="Tijdelijke aanduiding voor tekst 9">
            <a:extLst>
              <a:ext uri="{FF2B5EF4-FFF2-40B4-BE49-F238E27FC236}">
                <a16:creationId xmlns:a16="http://schemas.microsoft.com/office/drawing/2014/main" id="{C8F24670-7081-E441-A470-4232ED486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4621" y="2571750"/>
            <a:ext cx="4019867" cy="1124311"/>
          </a:xfrm>
        </p:spPr>
        <p:txBody>
          <a:bodyPr/>
          <a:lstStyle>
            <a:lvl1pPr marL="0" indent="0" algn="l">
              <a:lnSpc>
                <a:spcPts val="225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subtitle</a:t>
            </a:r>
            <a:endParaRPr lang="nl-NL" dirty="0"/>
          </a:p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126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96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786" y="4493551"/>
            <a:ext cx="542228" cy="5422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368755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422175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user-data/uploads/workshop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074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201168"/>
            <a:ext cx="23774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@BC TECHDAYS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731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GitHub Copilot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anything but writing code.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1480" y="239572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is awesome. It writes code.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it does everything else.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3182112"/>
            <a:ext cx="438912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32918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&amp; 10 June 2026  |  09:00–17:00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373075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Tine Starič &amp; Luc van Vugt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4251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mibuso.com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51909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0972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Tine Starič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Strategist, Companial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MVP – Business Applications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776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1097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 van Vugt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64608" y="1389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trainer, author &amp; community lead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MVP – Business Applications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222500"/>
            <a:ext cx="8229600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hands-on, opinionated, and group-paced.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</a:rPr>
              <a:t>Not a coding workshop. Not a pitch. Not sit-and-watch.</a:t>
            </a:r>
          </a:p>
        </p:txBody>
      </p:sp>
    </p:spTree>
    <p:extLst>
      <p:ext uri="{BB962C8B-B14F-4D97-AF65-F5344CB8AC3E}">
        <p14:creationId xmlns:p14="http://schemas.microsoft.com/office/powerpoint/2010/main" val="212827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022EF7-994E-90A0-9B75-3C7B69FD4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9A898F-EC2E-84C5-1394-0BFD0849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277" y="280146"/>
            <a:ext cx="4019867" cy="1984442"/>
          </a:xfrm>
        </p:spPr>
        <p:txBody>
          <a:bodyPr/>
          <a:lstStyle/>
          <a:p>
            <a:r>
              <a:rPr lang="en-SI" dirty="0"/>
              <a:t>Have you accepted the Azure DevOps invitation yet?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C09EE4-639B-523D-0CC8-49D05A0AE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22960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3504" y="685800"/>
            <a:ext cx="16459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3856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3385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MCPs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960120"/>
            <a:ext cx="822960" cy="3200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9339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9339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52928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5292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292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Agents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12464" y="960120"/>
            <a:ext cx="822960" cy="3200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1246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1246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Sub-agents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31536" y="960120"/>
            <a:ext cx="822960" cy="3200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153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3153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91072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Skills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5060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BG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10144" y="960120"/>
            <a:ext cx="8229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1014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014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361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18488" y="4416552"/>
            <a:ext cx="201168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0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Jeremy Vyska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50352" y="2680608"/>
            <a:ext cx="4019867" cy="1124311"/>
          </a:xfrm>
        </p:spPr>
        <p:txBody>
          <a:bodyPr/>
          <a:lstStyle/>
          <a:p>
            <a:r>
              <a:rPr dirty="0"/>
              <a:t>Messy screenshot of a customer architecture → working integration.</a:t>
            </a:r>
          </a:p>
          <a:p>
            <a:r>
              <a:rPr dirty="0"/>
              <a:t>~1 hour.</a:t>
            </a:r>
          </a:p>
          <a:p>
            <a:endParaRPr dirty="0"/>
          </a:p>
        </p:txBody>
      </p:sp>
      <p:pic>
        <p:nvPicPr>
          <p:cNvPr id="6" name="Picture Placeholder 5" descr="A person in a black shirt and tie&#10;&#10;AI-generated content may be incorrect.">
            <a:extLst>
              <a:ext uri="{FF2B5EF4-FFF2-40B4-BE49-F238E27FC236}">
                <a16:creationId xmlns:a16="http://schemas.microsoft.com/office/drawing/2014/main" id="{56D5220F-BFE2-C4AB-12EE-11B7976A8CF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1" r="6171"/>
          <a:stretch/>
        </p:blipFill>
        <p:spPr>
          <a:xfrm>
            <a:off x="2650352" y="691262"/>
            <a:ext cx="1449030" cy="1653104"/>
          </a:xfrm>
          <a:prstGeom prst="roundRect">
            <a:avLst>
              <a:gd name="adj" fmla="val 3302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nected Retail Reference Architecture | WSO2">
            <a:extLst>
              <a:ext uri="{FF2B5EF4-FFF2-40B4-BE49-F238E27FC236}">
                <a16:creationId xmlns:a16="http://schemas.microsoft.com/office/drawing/2014/main" id="{E9E653E0-6CF8-6A02-3995-556B5D62A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514350"/>
            <a:ext cx="57150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237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DB35-27D3-16FC-BF3D-E0057BE4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72A5-8E4F-5117-0726-36F3F946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620" y="1921173"/>
            <a:ext cx="4019867" cy="423193"/>
          </a:xfrm>
        </p:spPr>
        <p:txBody>
          <a:bodyPr/>
          <a:lstStyle/>
          <a:p>
            <a:r>
              <a:rPr dirty="0"/>
              <a:t>Vjekoslav Babić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AF4D0-A8A5-7656-45D6-0C4C6F4475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0352" y="2680608"/>
            <a:ext cx="4019867" cy="1124311"/>
          </a:xfrm>
        </p:spPr>
        <p:txBody>
          <a:bodyPr/>
          <a:lstStyle/>
          <a:p>
            <a:r>
              <a:rPr dirty="0"/>
              <a:t>24 minutes</a:t>
            </a:r>
          </a:p>
          <a:p>
            <a:r>
              <a:rPr lang="nl-NL" dirty="0"/>
              <a:t>Tests + Code + Documentation</a:t>
            </a:r>
          </a:p>
          <a:p>
            <a:endParaRPr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C2637F2-5346-2546-CA9A-4F12308EDC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4" r="6544"/>
          <a:stretch/>
        </p:blipFill>
        <p:spPr>
          <a:xfrm>
            <a:off x="2650352" y="691262"/>
            <a:ext cx="1449030" cy="1653104"/>
          </a:xfrm>
          <a:prstGeom prst="roundRect">
            <a:avLst>
              <a:gd name="adj" fmla="val 3302"/>
            </a:avLst>
          </a:prstGeom>
        </p:spPr>
      </p:pic>
    </p:spTree>
    <p:extLst>
      <p:ext uri="{BB962C8B-B14F-4D97-AF65-F5344CB8AC3E}">
        <p14:creationId xmlns:p14="http://schemas.microsoft.com/office/powerpoint/2010/main" val="12752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b="1" dirty="0">
                <a:solidFill>
                  <a:srgbClr val="00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agent actually did — in 24 minutes</a:t>
            </a:r>
            <a:endParaRPr lang="en-US" dirty="0">
              <a:solidFill>
                <a:srgbClr val="0082FF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008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008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008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19072" y="1545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47088" y="1161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FF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92808" y="1207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FF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Tests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FF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FAIL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08960" y="1545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36976" y="1161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008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82696" y="1207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008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008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98848" y="1545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26864" y="1161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72584" y="1207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Tests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88736" y="1545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16752" y="1161288"/>
            <a:ext cx="1261872" cy="822960"/>
          </a:xfrm>
          <a:prstGeom prst="rect">
            <a:avLst/>
          </a:prstGeom>
          <a:solidFill>
            <a:srgbClr val="001633"/>
          </a:solidFill>
          <a:ln w="19050">
            <a:solidFill>
              <a:srgbClr val="008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62472" y="1207008"/>
            <a:ext cx="1170432" cy="731520"/>
          </a:xfrm>
          <a:prstGeom prst="rect">
            <a:avLst/>
          </a:prstGeom>
          <a:solidFill>
            <a:srgbClr val="EFEAE5"/>
          </a:solidFill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008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008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78624" y="1545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06640" y="1161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52360" y="1207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Tests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304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FF7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2350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FF7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FF7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719072" y="2688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847088" y="2304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FF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892808" y="2350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FF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Tests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FF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FAIL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108960" y="2688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36976" y="2304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FF7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82696" y="2350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FF7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FF7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98848" y="2688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26864" y="2304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72584" y="2350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Tests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88736" y="2688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16752" y="2304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45E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62472" y="2350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45E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  <a:p>
            <a:pPr algn="ctr" defTabSz="914378"/>
            <a:r>
              <a:rPr lang="en-US" sz="1100" b="1" dirty="0">
                <a:solidFill>
                  <a:srgbClr val="45E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278624" y="2688336"/>
            <a:ext cx="128016" cy="54864"/>
          </a:xfrm>
          <a:prstGeom prst="rect">
            <a:avLst/>
          </a:prstGeom>
          <a:solidFill>
            <a:schemeClr val="tx1">
              <a:lumMod val="50000"/>
            </a:schemeClr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406640" y="2304288"/>
            <a:ext cx="1261872" cy="822960"/>
          </a:xfrm>
          <a:prstGeom prst="rect">
            <a:avLst/>
          </a:prstGeom>
          <a:solidFill>
            <a:srgbClr val="EFEAE5"/>
          </a:solidFill>
          <a:ln w="1905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452360" y="2350008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1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400" i="1" dirty="0">
                <a:solidFill>
                  <a:schemeClr val="tx1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of this. No human wrote a line of code.</a:t>
            </a:r>
            <a:endParaRPr lang="en-US" sz="1400" dirty="0">
              <a:solidFill>
                <a:schemeClr val="tx1">
                  <a:lumMod val="60000"/>
                  <a:lumOff val="40000"/>
                </a:schemeClr>
              </a:solidFill>
              <a:latin typeface="Calibri" panose="020F0502020204030204"/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96AD1A6-E6FF-3F58-FF04-B80A97CB3553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rot="5400000">
            <a:off x="4402836" y="-1330452"/>
            <a:ext cx="320040" cy="6949440"/>
          </a:xfrm>
          <a:prstGeom prst="bentConnector3">
            <a:avLst/>
          </a:prstGeom>
          <a:ln w="571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BB35D-7166-2A54-5005-001CC3BA5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276" y="-947474"/>
            <a:ext cx="4206974" cy="3291840"/>
          </a:xfrm>
        </p:spPr>
        <p:txBody>
          <a:bodyPr wrap="square">
            <a:spAutoFit/>
          </a:bodyPr>
          <a:lstStyle/>
          <a:p>
            <a:r>
              <a:rPr dirty="0"/>
              <a:t>~600 hours → ~8 hours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99115" y="2585358"/>
            <a:ext cx="4463143" cy="1124311"/>
          </a:xfrm>
        </p:spPr>
        <p:txBody>
          <a:bodyPr/>
          <a:lstStyle/>
          <a:p>
            <a:r>
              <a:rPr dirty="0"/>
              <a:t>Connector </a:t>
            </a:r>
            <a:r>
              <a:rPr lang="en-US" dirty="0"/>
              <a:t>· </a:t>
            </a:r>
            <a:r>
              <a:rPr dirty="0"/>
              <a:t>Tests · Mapping app · Documentation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356677-2F71-29F3-5C43-483D7F0270F5}"/>
              </a:ext>
            </a:extLst>
          </p:cNvPr>
          <p:cNvSpPr txBox="1">
            <a:spLocks/>
          </p:cNvSpPr>
          <p:nvPr/>
        </p:nvSpPr>
        <p:spPr>
          <a:xfrm>
            <a:off x="3927199" y="993943"/>
            <a:ext cx="4206974" cy="51033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ts val="44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Segoe UI" panose="020B0502040204020203" pitchFamily="34" charset="0"/>
                <a:ea typeface="Open Sans" pitchFamily="2" charset="0"/>
                <a:cs typeface="Segoe UI" panose="020B0502040204020203" pitchFamily="34" charset="0"/>
              </a:defRPr>
            </a:lvl1pPr>
          </a:lstStyle>
          <a:p>
            <a:r>
              <a:rPr lang="en-SI" sz="3000" dirty="0"/>
              <a:t>Wair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9618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FB2D-93CE-C511-1C0E-80AB001D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D4F3F44-6206-EA61-335B-EF170D00652E}"/>
              </a:ext>
            </a:extLst>
          </p:cNvPr>
          <p:cNvSpPr/>
          <p:nvPr/>
        </p:nvSpPr>
        <p:spPr>
          <a:xfrm>
            <a:off x="205740" y="205740"/>
            <a:ext cx="1639062" cy="47320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>
                <a:solidFill>
                  <a:srgbClr val="BBDEFB"/>
                </a:solidFill>
              </a:rPr>
              <a:t>1</a:t>
            </a:r>
          </a:p>
          <a:p>
            <a:endParaRPr sz="5400" b="1">
              <a:solidFill>
                <a:srgbClr val="BBDEFB"/>
              </a:solidFill>
            </a:endParaRPr>
          </a:p>
          <a:p>
            <a:pPr algn="ctr"/>
            <a:r>
              <a:rPr sz="1650" b="1">
                <a:solidFill>
                  <a:srgbClr val="FFFFFF"/>
                </a:solidFill>
              </a:rPr>
              <a:t>Custom</a:t>
            </a:r>
          </a:p>
          <a:p>
            <a:pPr algn="ctr"/>
            <a:r>
              <a:rPr sz="1650" b="1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D2F4291-6E4D-EA54-137E-0C2F6C6AE003}"/>
              </a:ext>
            </a:extLst>
          </p:cNvPr>
          <p:cNvSpPr/>
          <p:nvPr/>
        </p:nvSpPr>
        <p:spPr>
          <a:xfrm>
            <a:off x="1957959" y="205740"/>
            <a:ext cx="1639062" cy="47320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 dirty="0">
                <a:solidFill>
                  <a:srgbClr val="BBDEFB"/>
                </a:solidFill>
              </a:rPr>
              <a:t>2</a:t>
            </a:r>
          </a:p>
          <a:p>
            <a:endParaRPr sz="5400" b="1" dirty="0">
              <a:solidFill>
                <a:srgbClr val="BBDEFB"/>
              </a:solidFill>
            </a:endParaRPr>
          </a:p>
          <a:p>
            <a:pPr algn="ctr"/>
            <a:r>
              <a:rPr sz="1650" b="1" dirty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9ACAEA1-D35D-1EA3-1997-6E7CAA95EACB}"/>
              </a:ext>
            </a:extLst>
          </p:cNvPr>
          <p:cNvSpPr/>
          <p:nvPr/>
        </p:nvSpPr>
        <p:spPr>
          <a:xfrm>
            <a:off x="3710178" y="205740"/>
            <a:ext cx="1639062" cy="47320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>
                <a:solidFill>
                  <a:srgbClr val="BBDEFB"/>
                </a:solidFill>
              </a:rPr>
              <a:t>3</a:t>
            </a:r>
          </a:p>
          <a:p>
            <a:endParaRPr sz="5400" b="1">
              <a:solidFill>
                <a:srgbClr val="BBDEFB"/>
              </a:solidFill>
            </a:endParaRPr>
          </a:p>
          <a:p>
            <a:pPr algn="ctr"/>
            <a:r>
              <a:rPr sz="1650" b="1">
                <a:solidFill>
                  <a:srgbClr val="FFFFFF"/>
                </a:solidFill>
              </a:rPr>
              <a:t>Reflection</a:t>
            </a:r>
          </a:p>
          <a:p>
            <a:pPr algn="ctr"/>
            <a:r>
              <a:rPr sz="1650" b="1"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CDEF33A-FA40-D326-CC7C-989671C2C4C8}"/>
              </a:ext>
            </a:extLst>
          </p:cNvPr>
          <p:cNvSpPr/>
          <p:nvPr/>
        </p:nvSpPr>
        <p:spPr>
          <a:xfrm>
            <a:off x="5462397" y="205740"/>
            <a:ext cx="1639062" cy="47320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 dirty="0">
                <a:solidFill>
                  <a:srgbClr val="BBDEFB"/>
                </a:solidFill>
              </a:rPr>
              <a:t>4</a:t>
            </a:r>
          </a:p>
          <a:p>
            <a:endParaRPr sz="5400" b="1" dirty="0">
              <a:solidFill>
                <a:srgbClr val="BBDEFB"/>
              </a:solidFill>
            </a:endParaRPr>
          </a:p>
          <a:p>
            <a:pPr algn="ctr"/>
            <a:r>
              <a:rPr sz="1650" b="1" dirty="0">
                <a:solidFill>
                  <a:srgbClr val="FFFFFF"/>
                </a:solidFill>
              </a:rPr>
              <a:t>Sub-agents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E350A7-FE07-5BA1-185E-B4E63F24AEDD}"/>
              </a:ext>
            </a:extLst>
          </p:cNvPr>
          <p:cNvSpPr/>
          <p:nvPr/>
        </p:nvSpPr>
        <p:spPr>
          <a:xfrm>
            <a:off x="7214616" y="205740"/>
            <a:ext cx="1639062" cy="47320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>
                <a:solidFill>
                  <a:srgbClr val="BBDEFB"/>
                </a:solidFill>
              </a:rPr>
              <a:t>5</a:t>
            </a:r>
          </a:p>
          <a:p>
            <a:endParaRPr sz="5400" b="1">
              <a:solidFill>
                <a:srgbClr val="BBDEFB"/>
              </a:solidFill>
            </a:endParaRPr>
          </a:p>
          <a:p>
            <a:pPr algn="ctr"/>
            <a:r>
              <a:rPr sz="1650" b="1">
                <a:solidFill>
                  <a:srgbClr val="FFFFFF"/>
                </a:solidFill>
              </a:rPr>
              <a:t>Background</a:t>
            </a:r>
          </a:p>
          <a:p>
            <a:pPr algn="ctr"/>
            <a:r>
              <a:rPr sz="1650" b="1">
                <a:solidFill>
                  <a:srgbClr val="FFFFFF"/>
                </a:solidFill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148479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1: MCPs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1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964386F-9EC8-1F9A-6F7E-29A2A77A7F3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682DF5-E5D8-DB25-97B3-F4C164E5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SI" dirty="0"/>
              <a:t>MCP Servers</a:t>
            </a: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4EE28CD-F402-F578-BBE1-236EDF43D85D}"/>
              </a:ext>
            </a:extLst>
          </p:cNvPr>
          <p:cNvGraphicFramePr>
            <a:graphicFrameLocks noGrp="1"/>
          </p:cNvGraphicFramePr>
          <p:nvPr>
            <p:ph sz="quarter" idx="52"/>
          </p:nvPr>
        </p:nvGraphicFramePr>
        <p:xfrm>
          <a:off x="3562350" y="976313"/>
          <a:ext cx="4924425" cy="3790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639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the curated MCPs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Get all attendees onto the same MCP baseline.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Open the workshop handouts repo (URL on screen)</a:t>
            </a:r>
          </a:p>
          <a:p>
            <a:pPr marL="342900" indent="-342900" algn="l">
              <a:spcAft>
                <a:spcPts val="5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Install these MCPs: Azure DevOps and Microsoft Learn / BC docs (VS Code will offer from mcp.json — accept)</a:t>
            </a:r>
          </a:p>
          <a:p>
            <a:pPr marL="342900" indent="-342900" algn="l">
              <a:spcAft>
                <a:spcPts val="5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Install Node.js LTS (nodejs.org) + run: gh extension install github/gh-copilot. Then reload VS Code.</a:t>
            </a:r>
          </a:p>
          <a:p>
            <a:pPr marL="342900" indent="-342900" algn="l">
              <a:spcAft>
                <a:spcPts val="5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Ask Copilot: “list your tools” — confirm all four appear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3822192"/>
            <a:ext cx="109728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" y="3822192"/>
            <a:ext cx="9034272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3822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</a:rPr>
              <a:t>Watch out: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AzDevOps MCP will ask which Microsoft account to use. If you've got Companial / 4PS / personal tenants, pick the one you registered for the workshop with — wrong choice means no work items.</a:t>
            </a:r>
          </a:p>
        </p:txBody>
      </p:sp>
      <p:sp>
        <p:nvSpPr>
          <p:cNvPr id="13" name="Shape 11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The agent lists both MCPs in its tool inventory. And gh copilot --version prints a version number.</a:t>
            </a:r>
          </a:p>
        </p:txBody>
      </p:sp>
    </p:spTree>
    <p:extLst>
      <p:ext uri="{BB962C8B-B14F-4D97-AF65-F5344CB8AC3E}">
        <p14:creationId xmlns:p14="http://schemas.microsoft.com/office/powerpoint/2010/main" val="4282253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each MCP once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See each MCP actually do its 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MCP on the list, run the matching prompt from the handout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which tool gets called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thing each MCP returned that was useful, surprising, or wrong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per MCP, each showing the tool was called.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Debrief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438855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MCP surprised you most? Which one didn't work?"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411480" y="3886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Select your answer in </a:t>
            </a:r>
            <a:r>
              <a:rPr lang="en-US" sz="1400" i="1" err="1">
                <a:solidFill>
                  <a:srgbClr val="64748B"/>
                </a:solidFill>
                <a:latin typeface="Calibri" pitchFamily="34" charset="0"/>
              </a:rPr>
              <a:t>Wooclap</a:t>
            </a: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. We'll read it together.</a:t>
            </a:r>
          </a:p>
        </p:txBody>
      </p:sp>
      <p:sp>
        <p:nvSpPr>
          <p:cNvPr id="800" name="ModeBadge"/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 err="1">
                <a:solidFill>
                  <a:srgbClr val="FFFFFF"/>
                </a:solidFill>
                <a:latin typeface="Calibri" pitchFamily="34" charset="0"/>
              </a:rPr>
              <a:t>Wooclap</a:t>
            </a:r>
            <a:endParaRPr lang="en-US" sz="1100" b="1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8926A4-859E-51B9-710D-57901EAC1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36" y="777240"/>
            <a:ext cx="403916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6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E96D-4F14-49DD-EF58-21857852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C790A4-2D01-6A0B-65E4-2DFBC0A0E82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6A613F-49EC-ABAD-4BA7-98659E24257C}"/>
              </a:ext>
            </a:extLst>
          </p:cNvPr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Debrief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99B402-8F82-D055-389E-73780E607EC1}"/>
              </a:ext>
            </a:extLst>
          </p:cNvPr>
          <p:cNvSpPr/>
          <p:nvPr/>
        </p:nvSpPr>
        <p:spPr>
          <a:xfrm>
            <a:off x="411480" y="777240"/>
            <a:ext cx="8321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MCP surprised you most? Which one didn't work?"</a:t>
            </a:r>
            <a:endParaRPr lang="en-US"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69B88A-7DDA-8989-3435-D0655A971FC0}"/>
              </a:ext>
            </a:extLst>
          </p:cNvPr>
          <p:cNvSpPr/>
          <p:nvPr/>
        </p:nvSpPr>
        <p:spPr>
          <a:xfrm>
            <a:off x="411480" y="3886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Drop one line into Slido. We'll read it together.</a:t>
            </a:r>
          </a:p>
        </p:txBody>
      </p:sp>
      <p:sp>
        <p:nvSpPr>
          <p:cNvPr id="800" name="ModeBadge">
            <a:extLst>
              <a:ext uri="{FF2B5EF4-FFF2-40B4-BE49-F238E27FC236}">
                <a16:creationId xmlns:a16="http://schemas.microsoft.com/office/drawing/2014/main" id="{41A602E0-F8F3-1FD1-9E99-F60450377D22}"/>
              </a:ext>
            </a:extLst>
          </p:cNvPr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Slido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233791E-B50A-BD24-CC8D-7DAEBB61CC1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750" y="190500"/>
              <a:ext cx="8572500" cy="4762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233791E-B50A-BD24-CC8D-7DAEBB61CC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750" y="190500"/>
                <a:ext cx="8572500" cy="4762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7662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E667-98ED-3655-66BB-3ED75C1C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03F938-1962-237E-185B-F604B199EA7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077E86-97B1-4118-4DB8-B8BD7DCF7901}"/>
              </a:ext>
            </a:extLst>
          </p:cNvPr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Debrief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5579A3-A459-6188-0248-C8973BB9C301}"/>
              </a:ext>
            </a:extLst>
          </p:cNvPr>
          <p:cNvSpPr/>
          <p:nvPr/>
        </p:nvSpPr>
        <p:spPr>
          <a:xfrm>
            <a:off x="411480" y="777240"/>
            <a:ext cx="8321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MCP surprised you most? Which one didn't work?"</a:t>
            </a:r>
            <a:endParaRPr lang="en-US"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A2AC8A-CE89-EDB4-4B79-AD845770B89E}"/>
              </a:ext>
            </a:extLst>
          </p:cNvPr>
          <p:cNvSpPr/>
          <p:nvPr/>
        </p:nvSpPr>
        <p:spPr>
          <a:xfrm>
            <a:off x="411480" y="3886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Drop one line into Slido. We'll read it together.</a:t>
            </a:r>
          </a:p>
        </p:txBody>
      </p:sp>
      <p:sp>
        <p:nvSpPr>
          <p:cNvPr id="800" name="ModeBadge">
            <a:extLst>
              <a:ext uri="{FF2B5EF4-FFF2-40B4-BE49-F238E27FC236}">
                <a16:creationId xmlns:a16="http://schemas.microsoft.com/office/drawing/2014/main" id="{8F2DA040-989B-9EBB-85EC-872D9E29E55C}"/>
              </a:ext>
            </a:extLst>
          </p:cNvPr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Slido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7A82E3B2-7D06-81CC-0130-8FC9F987AF5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750" y="190500"/>
              <a:ext cx="8572500" cy="4762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7A82E3B2-7D06-81CC-0130-8FC9F987AF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750" y="190500"/>
                <a:ext cx="8572500" cy="4762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6536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— back in 15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MCPs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960120"/>
            <a:ext cx="822960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22576" y="685800"/>
            <a:ext cx="16459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9339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9339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52928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5292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292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Agents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12464" y="960120"/>
            <a:ext cx="822960" cy="3200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1246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1246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Sub-agents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31536" y="960120"/>
            <a:ext cx="822960" cy="3200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153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3153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91072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Skills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5060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BG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10144" y="960120"/>
            <a:ext cx="8229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1014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014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361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18488" y="4416552"/>
            <a:ext cx="201168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64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2: Custom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60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</a:rPr>
              <a:t>Exercise 2.1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own requirements analyst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working requirements-analyst.agent.md you actually ran.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Use the /create</a:t>
            </a:r>
            <a:r>
              <a:rPr lang="en-SI" sz="1400" dirty="0">
                <a:solidFill>
                  <a:srgbClr val="0F172A"/>
                </a:solidFill>
                <a:latin typeface="Calibri" pitchFamily="34" charset="0"/>
              </a:rPr>
              <a:t>-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agent skill as your starting point</a:t>
            </a:r>
          </a:p>
          <a:p>
            <a:pPr marL="342900" indent="-342900" algn="l">
              <a:spcAft>
                <a:spcPts val="5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Define: name, description, instructions, toolset (include AzDevOps MCP)</a:t>
            </a:r>
          </a:p>
          <a:p>
            <a:pPr marL="342900" indent="-342900" algn="l">
              <a:spcAft>
                <a:spcPts val="5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</a:rPr>
              <a:t>Save and load it in VS Code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3822192"/>
            <a:ext cx="10972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" y="3822192"/>
            <a:ext cx="9034272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3822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Tip: 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Don't try to make it perfect. We iterate in 2.2.</a:t>
            </a:r>
          </a:p>
        </p:txBody>
      </p:sp>
      <p:sp>
        <p:nvSpPr>
          <p:cNvPr id="13" name="Shape 11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appears in the picker and accepts a prompt.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21914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640080"/>
            <a:ext cx="3931920" cy="3840480"/>
          </a:xfrm>
          <a:prstGeom prst="rect">
            <a:avLst/>
          </a:prstGeom>
          <a:solidFill>
            <a:srgbClr val="EFEAE5"/>
          </a:solidFill>
          <a:ln w="19050">
            <a:solidFill>
              <a:srgbClr val="55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28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700" i="1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agent made a mistake.</a:t>
            </a:r>
            <a:endParaRPr lang="en-US" sz="17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  <a:p>
            <a:pPr algn="ctr" defTabSz="914378"/>
            <a:r>
              <a:rPr lang="en-US" sz="1700" i="1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me fix it by hand."</a:t>
            </a:r>
            <a:endParaRPr lang="en-US" sz="17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749040" cy="36576"/>
          </a:xfrm>
          <a:prstGeom prst="rect">
            <a:avLst/>
          </a:prstGeom>
          <a:solidFill>
            <a:srgbClr val="553333"/>
          </a:solidFill>
          <a:ln w="12700">
            <a:solidFill>
              <a:srgbClr val="553333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914378"/>
            <a:r>
              <a:rPr lang="en-US" sz="1500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get better.</a:t>
            </a:r>
            <a:endParaRPr lang="en-US" sz="15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  <a:p>
            <a:pPr algn="ctr" defTabSz="914378"/>
            <a:r>
              <a:rPr lang="en-US" sz="1500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stays the same.</a:t>
            </a:r>
            <a:endParaRPr lang="en-US" sz="15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  <a:p>
            <a:pPr algn="ctr" defTabSz="914378"/>
            <a:r>
              <a:rPr lang="en-US" sz="1500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the bottleneck.</a:t>
            </a:r>
            <a:endParaRPr lang="en-US" sz="15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640080"/>
            <a:ext cx="3931920" cy="3840480"/>
          </a:xfrm>
          <a:prstGeom prst="rect">
            <a:avLst/>
          </a:prstGeom>
          <a:solidFill>
            <a:srgbClr val="EFEAE5"/>
          </a:solidFill>
          <a:ln w="25400">
            <a:solidFill>
              <a:srgbClr val="FFC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777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8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1700" i="1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agent made a mistake.</a:t>
            </a:r>
            <a:endParaRPr lang="en-US" sz="17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  <a:p>
            <a:pPr algn="ctr" defTabSz="914378"/>
            <a:r>
              <a:rPr lang="en-US" sz="1700" i="1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me fix the skill."</a:t>
            </a:r>
            <a:endParaRPr lang="en-US" sz="17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37760" y="2514600"/>
            <a:ext cx="3749040" cy="365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pPr defTabSz="914378"/>
            <a:endParaRPr lang="en-US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914378"/>
            <a:r>
              <a:rPr lang="en-US" sz="1500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months of this and you have</a:t>
            </a:r>
            <a:endParaRPr lang="en-US" sz="15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  <a:p>
            <a:pPr algn="ctr" defTabSz="914378"/>
            <a:r>
              <a:rPr lang="en-US" sz="1500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writes code</a:t>
            </a:r>
            <a:endParaRPr lang="en-US" sz="15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  <a:p>
            <a:pPr algn="ctr" defTabSz="914378"/>
            <a:r>
              <a:rPr lang="en-US" sz="1500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way you do.</a:t>
            </a:r>
            <a:endParaRPr lang="en-US" sz="1500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79392" y="2331720"/>
            <a:ext cx="585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sz="2200" dirty="0">
                <a:solidFill>
                  <a:srgbClr val="FF7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>
              <a:solidFill>
                <a:srgbClr val="46403C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8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fix yourself. Fix the agent.</a:t>
            </a:r>
            <a:endParaRPr lang="en-US" dirty="0">
              <a:solidFill>
                <a:schemeClr val="tx1">
                  <a:lumMod val="50000"/>
                </a:schemeClr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</a:rPr>
              <a:t>Exercise 2.2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</a:rPr>
              <a:t>Iterate — let the agent absorb what good looks like</a:t>
            </a:r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</a:rPr>
              <a:t>25 min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</a:rPr>
              <a:t>Objective: Experience fix-the-agent-not-the-mistake — and let the agent absorb best-practice guidance from the wiki.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60500"/>
            <a:ext cx="8229600" cy="215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Run your agent from 2.1 on the AzDevOps work item assigned to you. Note what's missing or wrong.</a:t>
            </a:r>
          </a:p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Open the AzDevOps wiki page Resources → Requirements (URL on screen).</a:t>
            </a:r>
          </a:p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Ask your agent: “Read these URLs and pull out the points a good requirements analyst should always check. Add the relevant ones to your own instructions.”</a:t>
            </a:r>
          </a:p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Re-run the agent on the same work item. Compare.</a:t>
            </a:r>
          </a:p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Identify one remaining thing it does worse — fix the agent's instructions, not the prompt. Re-run.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381500"/>
            <a:ext cx="9144000" cy="6985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381500"/>
            <a:ext cx="8229600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</a:rPr>
              <a:t>Done when: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You can name (a) one thing the agent absorbed from the wiki that improved its output, and (b) one instruction-level fix you made on top.</a:t>
            </a:r>
          </a:p>
        </p:txBody>
      </p:sp>
      <p:sp>
        <p:nvSpPr>
          <p:cNvPr id="900" name="TipStrip"/>
          <p:cNvSpPr/>
          <p:nvPr/>
        </p:nvSpPr>
        <p:spPr>
          <a:xfrm>
            <a:off x="0" y="3683000"/>
            <a:ext cx="9144000" cy="635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lIns="228600" tIns="91440" rIns="228600" bIns="4572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Tip: 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the agent reading the URLs is itself the demo — this is the pattern you take home.</a:t>
            </a:r>
          </a:p>
        </p:txBody>
      </p:sp>
    </p:spTree>
    <p:extLst>
      <p:ext uri="{BB962C8B-B14F-4D97-AF65-F5344CB8AC3E}">
        <p14:creationId xmlns:p14="http://schemas.microsoft.com/office/powerpoint/2010/main" val="980100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ModLabel"/>
          <p:cNvSpPr txBox="1"/>
          <p:nvPr/>
        </p:nvSpPr>
        <p:spPr>
          <a:xfrm>
            <a:off x="368300" y="101600"/>
            <a:ext cx="5486400" cy="2540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100" b="1" i="0">
                <a:solidFill>
                  <a:srgbClr val="06B6D4"/>
                </a:solidFill>
                <a:latin typeface="Calibri"/>
              </a:rPr>
              <a:t>Module 2 — Concept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8300" y="304800"/>
            <a:ext cx="6680200" cy="4000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2000" b="1" i="0">
                <a:solidFill>
                  <a:srgbClr val="FFFFFF"/>
                </a:solidFill>
                <a:latin typeface="Georgia"/>
              </a:rPr>
              <a:t>Handoffs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0" i="1">
                <a:solidFill>
                  <a:srgbClr val="64748B"/>
                </a:solidFill>
                <a:latin typeface="Calibri"/>
              </a:rPr>
              <a:t>Peer agents the user routes by hand</a:t>
            </a:r>
          </a:p>
        </p:txBody>
      </p:sp>
      <p:sp>
        <p:nvSpPr>
          <p:cNvPr id="6" name="AgentBox"/>
          <p:cNvSpPr/>
          <p:nvPr/>
        </p:nvSpPr>
        <p:spPr>
          <a:xfrm>
            <a:off x="1300000" y="1300000"/>
            <a:ext cx="1800000" cy="457200"/>
          </a:xfrm>
          <a:prstGeom prst="roundRect">
            <a:avLst/>
          </a:prstGeom>
          <a:solidFill>
            <a:srgbClr val="4A54A0"/>
          </a:solidFill>
          <a:ln w="12700">
            <a:solidFill>
              <a:srgbClr val="4A54A0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975" b="0">
                <a:solidFill>
                  <a:srgbClr val="FFFFFF"/>
                </a:solidFill>
                <a:latin typeface="Calibri"/>
              </a:rPr>
              <a:t>requirements-analyst</a:t>
            </a:r>
          </a:p>
        </p:txBody>
      </p:sp>
      <p:sp>
        <p:nvSpPr>
          <p:cNvPr id="7" name="ClickLbl"/>
          <p:cNvSpPr txBox="1"/>
          <p:nvPr/>
        </p:nvSpPr>
        <p:spPr>
          <a:xfrm>
            <a:off x="3200000" y="1080000"/>
            <a:ext cx="1800000" cy="2000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975" b="0" i="1">
                <a:solidFill>
                  <a:srgbClr val="64748B"/>
                </a:solidFill>
                <a:latin typeface="Calibri"/>
              </a:rPr>
              <a:t>user clicks ↓</a:t>
            </a:r>
          </a:p>
        </p:txBody>
      </p:sp>
      <p:sp>
        <p:nvSpPr>
          <p:cNvPr id="8" name="ButtonBox"/>
          <p:cNvSpPr/>
          <p:nvPr/>
        </p:nvSpPr>
        <p:spPr>
          <a:xfrm>
            <a:off x="3200000" y="1300000"/>
            <a:ext cx="1800000" cy="457200"/>
          </a:xfrm>
          <a:prstGeom prst="roundRect">
            <a:avLst/>
          </a:prstGeom>
          <a:solidFill>
            <a:srgbClr val="DB2777"/>
          </a:solidFill>
          <a:ln w="12700">
            <a:solidFill>
              <a:srgbClr val="DB2777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975" b="1">
                <a:solidFill>
                  <a:srgbClr val="FFFFFF"/>
                </a:solidFill>
                <a:latin typeface="Calibri"/>
              </a:rPr>
              <a:t>Create technical design ▶</a:t>
            </a:r>
          </a:p>
        </p:txBody>
      </p:sp>
      <p:sp>
        <p:nvSpPr>
          <p:cNvPr id="9" name="DocBox"/>
          <p:cNvSpPr/>
          <p:nvPr/>
        </p:nvSpPr>
        <p:spPr>
          <a:xfrm>
            <a:off x="5100000" y="1300000"/>
            <a:ext cx="2100000" cy="457200"/>
          </a:xfrm>
          <a:prstGeom prst="roundRect">
            <a:avLst/>
          </a:prstGeom>
          <a:solidFill>
            <a:srgbClr val="4A54A0"/>
          </a:solidFill>
          <a:ln w="12700">
            <a:solidFill>
              <a:srgbClr val="4A54A0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975" b="0">
                <a:solidFill>
                  <a:srgbClr val="FFFFFF"/>
                </a:solidFill>
                <a:latin typeface="Calibri"/>
              </a:rPr>
              <a:t>tech-designer</a:t>
            </a:r>
          </a:p>
        </p:txBody>
      </p:sp>
      <p:cxnSp>
        <p:nvCxnSpPr>
          <p:cNvPr id="10" name="Arrow10"/>
          <p:cNvCxnSpPr/>
          <p:nvPr/>
        </p:nvCxnSpPr>
        <p:spPr>
          <a:xfrm>
            <a:off x="3100000" y="1528600"/>
            <a:ext cx="100000" cy="0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Arrow11"/>
          <p:cNvCxnSpPr/>
          <p:nvPr/>
        </p:nvCxnSpPr>
        <p:spPr>
          <a:xfrm>
            <a:off x="5000000" y="1528600"/>
            <a:ext cx="100000" cy="0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deBg"/>
          <p:cNvSpPr/>
          <p:nvPr/>
        </p:nvSpPr>
        <p:spPr>
          <a:xfrm>
            <a:off x="457200" y="1900000"/>
            <a:ext cx="8229600" cy="12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odeText"/>
          <p:cNvSpPr txBox="1"/>
          <p:nvPr/>
        </p:nvSpPr>
        <p:spPr>
          <a:xfrm>
            <a:off x="700000" y="1940000"/>
            <a:ext cx="7744200" cy="1120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nsolas"/>
              </a:rPr>
              <a:t>handoffs:</a:t>
            </a:r>
          </a:p>
          <a:p>
            <a:pPr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nsolas"/>
              </a:rPr>
              <a:t>  - label: Create technical design</a:t>
            </a:r>
          </a:p>
          <a:p>
            <a:pPr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nsolas"/>
              </a:rPr>
              <a:t>    agent: tech-designer</a:t>
            </a:r>
          </a:p>
          <a:p>
            <a:pPr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nsolas"/>
              </a:rPr>
              <a:t>    prompt: Create a technical design for the requirement analysed above.</a:t>
            </a:r>
          </a:p>
          <a:p>
            <a:pPr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DB2777"/>
                </a:solidFill>
                <a:latin typeface="Consolas"/>
              </a:rPr>
              <a:t>    send: false</a:t>
            </a:r>
          </a:p>
        </p:txBody>
      </p:sp>
      <p:sp>
        <p:nvSpPr>
          <p:cNvPr id="22" name="WarnBg"/>
          <p:cNvSpPr/>
          <p:nvPr/>
        </p:nvSpPr>
        <p:spPr>
          <a:xfrm>
            <a:off x="0" y="3250000"/>
            <a:ext cx="9144000" cy="350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WarnText"/>
          <p:cNvSpPr txBox="1"/>
          <p:nvPr/>
        </p:nvSpPr>
        <p:spPr>
          <a:xfrm>
            <a:off x="457200" y="3250000"/>
            <a:ext cx="8229600" cy="35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991B1B"/>
                </a:solidFill>
                <a:latin typeface="Calibri"/>
              </a:rPr>
              <a:t>VS Code only </a:t>
            </a:r>
            <a:r>
              <a:rPr lang="en-US" sz="1100">
                <a:solidFill>
                  <a:srgbClr val="991B1B"/>
                </a:solidFill>
                <a:latin typeface="Calibri"/>
              </a:rPr>
              <a:t>— the handoffs: field is silently stripped by the GitHub Cloud Agent. No button = not supported there.</a:t>
            </a:r>
          </a:p>
        </p:txBody>
      </p:sp>
      <p:sp>
        <p:nvSpPr>
          <p:cNvPr id="24" name="Tagline"/>
          <p:cNvSpPr txBox="1"/>
          <p:nvPr/>
        </p:nvSpPr>
        <p:spPr>
          <a:xfrm>
            <a:off x="457200" y="3750000"/>
            <a:ext cx="8229600" cy="4000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50" b="1" i="1">
                <a:solidFill>
                  <a:srgbClr val="0F172A"/>
                </a:solidFill>
                <a:latin typeface="Georgia"/>
              </a:rPr>
              <a:t>You click. The next agent starts. That's the difference from sub-agents.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</a:rPr>
              <a:t>Exercise 2.3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</a:rPr>
              <a:t>Hand off to a peer agent</a:t>
            </a:r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</a:rPr>
              <a:t>15 min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</a:rPr>
              <a:t>Objective: Build a peer agent. Add one YAML block. Click the button.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60500"/>
            <a:ext cx="8229600" cy="215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Create </a:t>
            </a:r>
            <a:r>
              <a:rPr lang="en-US" sz="1050" dirty="0">
                <a:solidFill>
                  <a:srgbClr val="0F172A"/>
                </a:solidFill>
                <a:latin typeface="Consolas"/>
              </a:rPr>
              <a:t>.github/agents/tech-designer.agent.md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 — name, description, and short instructions for creating a technical design — data model, AL objects, integration points.</a:t>
            </a:r>
          </a:p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Add a </a:t>
            </a:r>
            <a:r>
              <a:rPr lang="en-US" sz="1050" dirty="0">
                <a:solidFill>
                  <a:srgbClr val="0F172A"/>
                </a:solidFill>
                <a:latin typeface="Consolas"/>
              </a:rPr>
              <a:t>handoffs: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 block to your requirements-analyst frontmatter — </a:t>
            </a:r>
            <a:r>
              <a:rPr lang="en-US" sz="1050" dirty="0">
                <a:solidFill>
                  <a:srgbClr val="0F172A"/>
                </a:solidFill>
                <a:latin typeface="Consolas"/>
              </a:rPr>
              <a:t>label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, </a:t>
            </a:r>
            <a:r>
              <a:rPr lang="en-US" sz="1050" dirty="0">
                <a:solidFill>
                  <a:srgbClr val="0F172A"/>
                </a:solidFill>
                <a:latin typeface="Consolas"/>
              </a:rPr>
              <a:t>agent: tech-designer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, a one-line </a:t>
            </a:r>
            <a:r>
              <a:rPr lang="en-US" sz="1050" dirty="0">
                <a:solidFill>
                  <a:srgbClr val="0F172A"/>
                </a:solidFill>
                <a:latin typeface="Consolas"/>
              </a:rPr>
              <a:t>prompt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, </a:t>
            </a:r>
            <a:r>
              <a:rPr lang="en-US" sz="1050" dirty="0">
                <a:solidFill>
                  <a:srgbClr val="0F172A"/>
                </a:solidFill>
                <a:latin typeface="Consolas"/>
              </a:rPr>
              <a:t>send: false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.</a:t>
            </a:r>
          </a:p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Run your requirements analyst on the assigned work item. When it finishes, look for the handoff button below the response.</a:t>
            </a:r>
          </a:p>
          <a:p>
            <a:pPr marL="285750" indent="-285750" algn="l">
              <a:spcAft>
                <a:spcPts val="2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</a:rPr>
              <a:t>Click it. Read the pre-composed prompt. Submit.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381500"/>
            <a:ext cx="9144000" cy="6985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381500"/>
            <a:ext cx="8229600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</a:rPr>
              <a:t>Done when: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You clicked the handoff button. You can answer: who decided to route to the peer agent?</a:t>
            </a:r>
          </a:p>
        </p:txBody>
      </p:sp>
    </p:spTree>
    <p:extLst>
      <p:ext uri="{BB962C8B-B14F-4D97-AF65-F5344CB8AC3E}">
        <p14:creationId xmlns:p14="http://schemas.microsoft.com/office/powerpoint/2010/main" val="980100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ModLabel"/>
          <p:cNvSpPr txBox="1"/>
          <p:nvPr/>
        </p:nvSpPr>
        <p:spPr>
          <a:xfrm>
            <a:off x="368300" y="101600"/>
            <a:ext cx="5486400" cy="254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6B6D4"/>
                </a:solidFill>
                <a:latin typeface="Calibri"/>
              </a:rPr>
              <a:t>Module 2 — Capstone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8300" y="304800"/>
            <a:ext cx="6680200" cy="400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Georgia"/>
              </a:rPr>
              <a:t>Who's in charge?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64748B"/>
                </a:solidFill>
                <a:latin typeface="Calibri"/>
              </a:rPr>
              <a:t>Same building block. Who decides what fires next?</a:t>
            </a:r>
          </a:p>
        </p:txBody>
      </p:sp>
      <p:sp>
        <p:nvSpPr>
          <p:cNvPr id="6" name="ColHdr1"/>
          <p:cNvSpPr txBox="1"/>
          <p:nvPr/>
        </p:nvSpPr>
        <p:spPr>
          <a:xfrm>
            <a:off x="457200" y="990600"/>
            <a:ext cx="3556000" cy="2032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Calibri"/>
              </a:rPr>
              <a:t>Pattern</a:t>
            </a:r>
          </a:p>
        </p:txBody>
      </p:sp>
      <p:sp>
        <p:nvSpPr>
          <p:cNvPr id="7" name="ColHdr2"/>
          <p:cNvSpPr txBox="1"/>
          <p:nvPr/>
        </p:nvSpPr>
        <p:spPr>
          <a:xfrm>
            <a:off x="4165600" y="990600"/>
            <a:ext cx="4572000" cy="2032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Calibri"/>
              </a:rPr>
              <a:t>Who routes?</a:t>
            </a:r>
          </a:p>
        </p:txBody>
      </p:sp>
      <p:sp>
        <p:nvSpPr>
          <p:cNvPr id="8" name="HdrSep"/>
          <p:cNvSpPr/>
          <p:nvPr/>
        </p:nvSpPr>
        <p:spPr>
          <a:xfrm>
            <a:off x="457200" y="1206500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Accent20"/>
          <p:cNvSpPr/>
          <p:nvPr/>
        </p:nvSpPr>
        <p:spPr>
          <a:xfrm>
            <a:off x="457200" y="1295400"/>
            <a:ext cx="38100" cy="3556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ode21"/>
          <p:cNvSpPr txBox="1"/>
          <p:nvPr/>
        </p:nvSpPr>
        <p:spPr>
          <a:xfrm>
            <a:off x="609600" y="12954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custom agent</a:t>
            </a:r>
          </a:p>
        </p:txBody>
      </p:sp>
      <p:sp>
        <p:nvSpPr>
          <p:cNvPr id="22" name="Desc22"/>
          <p:cNvSpPr txBox="1"/>
          <p:nvPr/>
        </p:nvSpPr>
        <p:spPr>
          <a:xfrm>
            <a:off x="4165600" y="12954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You — configured once, one job, one agent.</a:t>
            </a:r>
          </a:p>
        </p:txBody>
      </p:sp>
      <p:sp>
        <p:nvSpPr>
          <p:cNvPr id="30" name="Sep30"/>
          <p:cNvSpPr/>
          <p:nvPr/>
        </p:nvSpPr>
        <p:spPr>
          <a:xfrm>
            <a:off x="457200" y="1739900"/>
            <a:ext cx="82296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Accent30"/>
          <p:cNvSpPr/>
          <p:nvPr/>
        </p:nvSpPr>
        <p:spPr>
          <a:xfrm>
            <a:off x="457200" y="1828800"/>
            <a:ext cx="38100" cy="355600"/>
          </a:xfrm>
          <a:prstGeom prst="rect">
            <a:avLst/>
          </a:prstGeom>
          <a:solidFill>
            <a:srgbClr val="DB2777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Code31"/>
          <p:cNvSpPr txBox="1"/>
          <p:nvPr/>
        </p:nvSpPr>
        <p:spPr>
          <a:xfrm>
            <a:off x="609600" y="18288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handoff</a:t>
            </a:r>
          </a:p>
        </p:txBody>
      </p:sp>
      <p:sp>
        <p:nvSpPr>
          <p:cNvPr id="32" name="Desc32"/>
          <p:cNvSpPr txBox="1"/>
          <p:nvPr/>
        </p:nvSpPr>
        <p:spPr>
          <a:xfrm>
            <a:off x="4165600" y="18288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You — clicked a button after the agent finished.</a:t>
            </a:r>
          </a:p>
        </p:txBody>
      </p:sp>
      <p:sp>
        <p:nvSpPr>
          <p:cNvPr id="40" name="Sep40"/>
          <p:cNvSpPr/>
          <p:nvPr/>
        </p:nvSpPr>
        <p:spPr>
          <a:xfrm>
            <a:off x="457200" y="2273300"/>
            <a:ext cx="82296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Accent40"/>
          <p:cNvSpPr/>
          <p:nvPr/>
        </p:nvSpPr>
        <p:spPr>
          <a:xfrm>
            <a:off x="457200" y="2362200"/>
            <a:ext cx="38100" cy="3556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41"/>
          <p:cNvSpPr txBox="1"/>
          <p:nvPr/>
        </p:nvSpPr>
        <p:spPr>
          <a:xfrm>
            <a:off x="609600" y="23622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sub-agent</a:t>
            </a:r>
          </a:p>
        </p:txBody>
      </p:sp>
      <p:sp>
        <p:nvSpPr>
          <p:cNvPr id="42" name="Desc42"/>
          <p:cNvSpPr txBox="1"/>
          <p:nvPr/>
        </p:nvSpPr>
        <p:spPr>
          <a:xfrm>
            <a:off x="4165600" y="23622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The LLM — routes autonomously within the same turn.</a:t>
            </a:r>
          </a:p>
        </p:txBody>
      </p:sp>
      <p:sp>
        <p:nvSpPr>
          <p:cNvPr id="50" name="Sep50"/>
          <p:cNvSpPr/>
          <p:nvPr/>
        </p:nvSpPr>
        <p:spPr>
          <a:xfrm>
            <a:off x="457200" y="2806700"/>
            <a:ext cx="82296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line"/>
          <p:cNvSpPr txBox="1"/>
          <p:nvPr/>
        </p:nvSpPr>
        <p:spPr>
          <a:xfrm>
            <a:off x="457200" y="3100000"/>
            <a:ext cx="8229600" cy="500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300" b="1" i="1">
                <a:solidFill>
                  <a:srgbClr val="0F172A"/>
                </a:solidFill>
                <a:latin typeface="Georgia"/>
              </a:rPr>
              <a:t>Module 3 answer: what if you didn't click?</a:t>
            </a:r>
          </a:p>
        </p:txBody>
      </p:sp>
      <p:sp>
        <p:nvSpPr>
          <p:cNvPr id="51" name="BottomAccent"/>
          <p:cNvSpPr/>
          <p:nvPr/>
        </p:nvSpPr>
        <p:spPr>
          <a:xfrm>
            <a:off x="457200" y="4521200"/>
            <a:ext cx="1016000" cy="38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﻿<?xml version=W1.0W encoding=WUTF-8W standalone=WyesW?>
<p:sld xmlns:a=Whttp://schemas.openxmlformats.org/drawingml/2006/mainW xmlns:r=Whttp://schemas.openxmlformats.org/officeDocument/2006/relationshipsW xmlns:p=Whttp://schemas.openxmlformats.org/presentationml/2006/mainW><p:cSld name=WSlide 13W><p:bg><p:bgPr><a:solidFill><a:srgbClr val=WFFFFFFW/></a:solidFill><a:effectLst/></p:bgPr></p:bg><p:spTree><p:nvGrpSpPr><p:cNvPr id=W1W name=WW/><p:cNvGrpSpPr/><p:nvPr/></p:nvGrpSpPr><p:grpSpPr><a:xfrm><a:off x=W0W y=W0W/><a:ext cx=W0W cy=W0W/><a:chOff x=W0W y=W0W/><a:chExt cx=W0W cy=W0W/></a:xfrm></p:grpSpPr><p:sp><p:nvSpPr><p:cNvPr id=W2W name=WShape 0W/><p:cNvSpPr/><p:nvPr/></p:nvSpPr><p:spPr><a:xfrm><a:off x=W0W y=W0W/><a:ext cx=W164592W cy=W5143500W/></a:xfrm><a:prstGeom prst=WrectW><a:avLst/></a:prstGeom><a:solidFill><a:srgbClr val=W8B5CF6W/></a:solidFill><a:ln w=W12700W><a:solidFill><a:srgbClr val=W8B5CF6W/></a:solidFill><a:prstDash val=WsolidW/></a:ln></p:spPr><p:txBody><a:bodyPr/><a:lstStyle/><a:p><a:endParaRPr lang=Wen-USW/></a:p></p:txBody></p:sp><p:sp><p:nvSpPr><p:cNvPr id=W3W name=WText 1W/><p:cNvSpPr/><p:nvPr/></p:nvSpPr><p:spPr><a:xfrm><a:off x=W411480W y=W201168W/><a:ext cx=W7143750W cy=W347472W/></a:xfrm><a:prstGeom prst=WrectW><a:avLst/></a:prstGeom><a:noFill/><a:ln/></p:spPr><p:txBody><a:bodyPr wrap=WsquareW rtlCol=W0W anchor=WctrW/><a:lstStyle/><a:p><a:pPr marL=W0W indent=W0W algn=WlW><a:buNone/></a:pPr><a:r><a:rPr lang=Wen-USW sz=W1100W dirty=W0W><a:solidFill><a:srgbClr val=W64748BW/></a:solidFill><a:latin typeface=WCalibriW pitchFamily=W34W charset=W0W/><a:ea typeface=WCalibriW pitchFamily=W34W charset=W-122W/><a:cs typeface=WCalibriW pitchFamily=W34W charset=W-120W/></a:rPr><a:t>Module 2 — Debrief</a:t></a:r><a:endParaRPr lang=Wen-USW sz=W1100W dirty=W0W/></a:p></p:txBody></p:sp><p:sp><p:nvSpPr><p:cNvPr id=W4W name=WText 2W/><p:cNvSpPr/><p:nvPr/></p:nvSpPr><p:spPr><a:xfrm><a:off x=W411480W y=W777240W/><a:ext cx=W8321040W cy=W2834640W/></a:xfrm><a:prstGeom prst=WrectW><a:avLst/></a:prstGeom><a:noFill/><a:ln/></p:spPr><p:txBody><a:bodyPr wrap=WsquareW rtlCol=W0W anchor=WctrW/><a:lstStyle/><a:p><a:pPr marL=W0W indent=W0W algn=WlW><a:buNone/></a:pPr><a:r><a:rPr lang=Wen-USW sz=W3200W b=W1W dirty=W0W><a:solidFill><a:srgbClr val=W0F172AW/></a:solidFill><a:latin typeface=WGeorgiaW pitchFamily=W34W charset=W0W/></a:rPr><a:t>“What other agent would you build?”</a:t></a:r></a:p></p:txBody></p:sp><p:sp><p:nvSpPr><p:cNvPr id=W5W name=WText 3W/><p:cNvSpPr/><p:nvPr/></p:nvSpPr><p:spPr><a:xfrm><a:off x=W411480W y=W3886200W/><a:ext cx=W8321040W cy=W640080W/></a:xfrm><a:prstGeom prst=WrectW><a:avLst/></a:prstGeom><a:noFill/><a:ln/></p:spPr><p:txBody><a:bodyPr wrap=WsquareW rtlCol=W0W anchor=WctrW/><a:lstStyle/><a:p><a:pPr marL=W0W indent=W0W algn=WlW><a:buNone/></a:pPr><a:r><a:rPr lang=Wen-USW sz=W1400W i=W1W dirty=W0W><a:solidFill><a:srgbClr val=W64748BW/></a:solidFill><a:latin typeface=WCalibriW pitchFamily=W34W charset=W0W/></a:rPr><a:t>Open mic. Pick the frustrated faces — frustration teaches the room more than success.</a:t></a:r></a:p></p:txBody></p:sp><p:sp><p:nvSpPr><p:cNvPr id=W800W name=WModeBadgeW/><p:cNvSpPr/><p:nvPr/></p:nvSpPr><p:spPr><a:xfrm><a:off x=W7657300W y=W203200W/><a:ext cx=W1181900W cy=W266700W/></a:xfrm><a:prstGeom prst=WroundRectW><a:avLst><a:gd name=WadjW fmla=Wval 50000W/></a:avLst></a:prstGeom><a:solidFill><a:srgbClr val=WDB2777W/></a:solidFill><a:ln><a:noFill/></a:ln></p:spPr><p:txBody><a:bodyPr wrap=WnoneW lIns=W0W tIns=W0W rIns=W0W bIns=W0W anchor=WctrW/><a:lstStyle/><a:p><a:pPr algn=WctrW><a:buNone/></a:pPr><a:r><a:rPr lang=Wen-USW sz=W1100W b=W1W dirty=W0W><a:solidFill><a:srgbClr val=WFFFFFFW/></a:solidFill><a:latin typeface=WCalibriW pitchFamily=W34W charset=W0W/></a:rPr><a:t>Open mic</a:t></a:r></a:p></p:txBody></p:sp></p:spTree><p:extLst><p:ext uri=W{BB962C8B-B14F-4D97-AF65-F5344CB8AC3E}W><p14:creationId xmlns:p14=Whttp://schemas.microsoft.com/office/powerpoint/2010/mainW val=W3583542345W/></p:ext></p:extLst></p:cSld><p:clrMapOvr><a:masterClrMapping/></p:clrMapOvr>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Lunch — back at 13:00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MCPs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52928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5292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960120"/>
            <a:ext cx="822960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41648" y="685800"/>
            <a:ext cx="16459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1246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1246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Sub-agents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31536" y="960120"/>
            <a:ext cx="822960" cy="3200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153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3153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91072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Skills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5060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BG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10144" y="960120"/>
            <a:ext cx="8229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1014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014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361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18488" y="4416552"/>
            <a:ext cx="201168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01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3: Sub-agents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83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8FF3-BB12-76D8-F64B-85EDB13E09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673225" y="-37306"/>
            <a:ext cx="6584950" cy="322262"/>
          </a:xfrm>
        </p:spPr>
        <p:txBody>
          <a:bodyPr/>
          <a:lstStyle/>
          <a:p>
            <a:r>
              <a:rPr lang="en-US" dirty="0"/>
              <a:t>Sub-agents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BC114-8650-184A-8727-F28F1AF5813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523081"/>
            <a:ext cx="6584950" cy="274638"/>
          </a:xfrm>
        </p:spPr>
        <p:txBody>
          <a:bodyPr/>
          <a:lstStyle/>
          <a:p>
            <a:r>
              <a:rPr lang="en-US" dirty="0"/>
              <a:t>Parallel work, clean context</a:t>
            </a:r>
          </a:p>
        </p:txBody>
      </p:sp>
      <p:sp>
        <p:nvSpPr>
          <p:cNvPr id="100" name="LeftHeader"/>
          <p:cNvSpPr/>
          <p:nvPr/>
        </p:nvSpPr>
        <p:spPr>
          <a:xfrm>
            <a:off x="285750" y="1285875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4A4A49"/>
                </a:solidFill>
              </a:rPr>
              <a:t>Without sub-agents</a:t>
            </a:r>
          </a:p>
        </p:txBody>
      </p:sp>
      <p:sp>
        <p:nvSpPr>
          <p:cNvPr id="101" name="MainAgentL"/>
          <p:cNvSpPr/>
          <p:nvPr/>
        </p:nvSpPr>
        <p:spPr>
          <a:xfrm>
            <a:off x="1619250" y="1685925"/>
            <a:ext cx="1524000" cy="476250"/>
          </a:xfrm>
          <a:prstGeom prst="roundRect">
            <a:avLst/>
          </a:prstGeom>
          <a:solidFill>
            <a:srgbClr val="4A54A0"/>
          </a:solidFill>
          <a:ln w="12700">
            <a:solidFill>
              <a:srgbClr val="4A54A0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 agent</a:t>
            </a:r>
          </a:p>
        </p:txBody>
      </p:sp>
      <p:sp>
        <p:nvSpPr>
          <p:cNvPr id="102" name="MCP_L_0"/>
          <p:cNvSpPr/>
          <p:nvPr/>
        </p:nvSpPr>
        <p:spPr>
          <a:xfrm>
            <a:off x="1238250" y="2400300"/>
            <a:ext cx="2286000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76BB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1050" dirty="0">
                <a:solidFill>
                  <a:srgbClr val="4A4A49"/>
                </a:solidFill>
              </a:rPr>
              <a:t>1. Load base app code</a:t>
            </a:r>
          </a:p>
        </p:txBody>
      </p:sp>
      <p:cxnSp>
        <p:nvCxnSpPr>
          <p:cNvPr id="103" name="arrL0"/>
          <p:cNvCxnSpPr/>
          <p:nvPr/>
        </p:nvCxnSpPr>
        <p:spPr>
          <a:xfrm>
            <a:off x="2381250" y="2162175"/>
            <a:ext cx="0" cy="238125"/>
          </a:xfrm>
          <a:prstGeom prst="line">
            <a:avLst/>
          </a:prstGeom>
          <a:ln w="15875">
            <a:solidFill>
              <a:srgbClr val="4A4A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MCP_L_1"/>
          <p:cNvSpPr/>
          <p:nvPr/>
        </p:nvSpPr>
        <p:spPr>
          <a:xfrm>
            <a:off x="1238250" y="2895600"/>
            <a:ext cx="2286000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A25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1050" dirty="0">
                <a:solidFill>
                  <a:srgbClr val="4A4A49"/>
                </a:solidFill>
              </a:rPr>
              <a:t>2. Load docs</a:t>
            </a:r>
          </a:p>
        </p:txBody>
      </p:sp>
      <p:cxnSp>
        <p:nvCxnSpPr>
          <p:cNvPr id="105" name="arrL1"/>
          <p:cNvCxnSpPr/>
          <p:nvPr/>
        </p:nvCxnSpPr>
        <p:spPr>
          <a:xfrm>
            <a:off x="2381250" y="2762250"/>
            <a:ext cx="0" cy="133350"/>
          </a:xfrm>
          <a:prstGeom prst="line">
            <a:avLst/>
          </a:prstGeom>
          <a:ln w="15875">
            <a:solidFill>
              <a:srgbClr val="4A4A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MCP_L_2"/>
          <p:cNvSpPr/>
          <p:nvPr/>
        </p:nvSpPr>
        <p:spPr>
          <a:xfrm>
            <a:off x="1238250" y="3390900"/>
            <a:ext cx="2286000" cy="361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E3F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1050" dirty="0">
                <a:solidFill>
                  <a:srgbClr val="4A4A49"/>
                </a:solidFill>
              </a:rPr>
              <a:t>3. Load guidelines</a:t>
            </a:r>
          </a:p>
        </p:txBody>
      </p:sp>
      <p:cxnSp>
        <p:nvCxnSpPr>
          <p:cNvPr id="107" name="arrL2"/>
          <p:cNvCxnSpPr/>
          <p:nvPr/>
        </p:nvCxnSpPr>
        <p:spPr>
          <a:xfrm>
            <a:off x="2381250" y="3257550"/>
            <a:ext cx="0" cy="133350"/>
          </a:xfrm>
          <a:prstGeom prst="line">
            <a:avLst/>
          </a:prstGeom>
          <a:ln w="15875">
            <a:solidFill>
              <a:srgbClr val="4A4A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txLabelL"/>
          <p:cNvSpPr/>
          <p:nvPr/>
        </p:nvSpPr>
        <p:spPr>
          <a:xfrm>
            <a:off x="285750" y="3752850"/>
            <a:ext cx="4191000" cy="171450"/>
          </a:xfrm>
          <a:prstGeom prst="rect">
            <a:avLst/>
          </a:prstGeom>
          <a:noFill/>
          <a:ln>
            <a:noFill/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900" b="1" dirty="0">
                <a:solidFill>
                  <a:srgbClr val="4A4A49"/>
                </a:solidFill>
              </a:rPr>
              <a:t>Context window</a:t>
            </a:r>
          </a:p>
        </p:txBody>
      </p:sp>
      <p:sp>
        <p:nvSpPr>
          <p:cNvPr id="109" name="CtxBgL"/>
          <p:cNvSpPr/>
          <p:nvPr/>
        </p:nvSpPr>
        <p:spPr>
          <a:xfrm>
            <a:off x="1047750" y="3962400"/>
            <a:ext cx="2667000" cy="171450"/>
          </a:xfrm>
          <a:prstGeom prst="roundRect">
            <a:avLst/>
          </a:prstGeom>
          <a:solidFill>
            <a:srgbClr val="EDEDED"/>
          </a:solidFill>
          <a:ln w="9525">
            <a:solidFill>
              <a:srgbClr val="BDBDBD"/>
            </a:solidFill>
          </a:ln>
        </p:spPr>
        <p:txBody>
          <a:bodyPr wrap="square" anchor="ctr"/>
          <a:lstStyle/>
          <a:p>
            <a:endParaRPr lang="en-US" sz="1350"/>
          </a:p>
        </p:txBody>
      </p:sp>
      <p:sp>
        <p:nvSpPr>
          <p:cNvPr id="110" name="CtxFillL"/>
          <p:cNvSpPr/>
          <p:nvPr/>
        </p:nvSpPr>
        <p:spPr>
          <a:xfrm>
            <a:off x="1047750" y="3962400"/>
            <a:ext cx="2453640" cy="171450"/>
          </a:xfrm>
          <a:prstGeom prst="roundRect">
            <a:avLst/>
          </a:prstGeom>
          <a:solidFill>
            <a:srgbClr val="E5232A"/>
          </a:solidFill>
          <a:ln>
            <a:noFill/>
          </a:ln>
        </p:spPr>
        <p:txBody>
          <a:bodyPr wrap="square" anchor="ctr"/>
          <a:lstStyle/>
          <a:p>
            <a:endParaRPr lang="en-US" sz="1350"/>
          </a:p>
        </p:txBody>
      </p:sp>
      <p:sp>
        <p:nvSpPr>
          <p:cNvPr id="111" name="WarnL"/>
          <p:cNvSpPr/>
          <p:nvPr/>
        </p:nvSpPr>
        <p:spPr>
          <a:xfrm>
            <a:off x="285750" y="4210050"/>
            <a:ext cx="4191000" cy="209550"/>
          </a:xfrm>
          <a:prstGeom prst="rect">
            <a:avLst/>
          </a:prstGeom>
          <a:noFill/>
          <a:ln>
            <a:noFill/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975" b="1" dirty="0">
                <a:solidFill>
                  <a:srgbClr val="E5232A"/>
                </a:solidFill>
              </a:rPr>
              <a:t>⚠  Summarizing chat history…</a:t>
            </a:r>
          </a:p>
        </p:txBody>
      </p:sp>
      <p:sp>
        <p:nvSpPr>
          <p:cNvPr id="112" name="RightHeader"/>
          <p:cNvSpPr/>
          <p:nvPr/>
        </p:nvSpPr>
        <p:spPr>
          <a:xfrm>
            <a:off x="4667250" y="1285875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4A4A49"/>
                </a:solidFill>
              </a:rPr>
              <a:t>With sub-agents</a:t>
            </a:r>
          </a:p>
        </p:txBody>
      </p:sp>
      <p:sp>
        <p:nvSpPr>
          <p:cNvPr id="113" name="MainAgentR"/>
          <p:cNvSpPr/>
          <p:nvPr/>
        </p:nvSpPr>
        <p:spPr>
          <a:xfrm>
            <a:off x="6000750" y="1685925"/>
            <a:ext cx="1524000" cy="476250"/>
          </a:xfrm>
          <a:prstGeom prst="roundRect">
            <a:avLst/>
          </a:prstGeom>
          <a:solidFill>
            <a:srgbClr val="4A54A0"/>
          </a:solidFill>
          <a:ln w="12700">
            <a:solidFill>
              <a:srgbClr val="4A54A0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 agent</a:t>
            </a:r>
          </a:p>
        </p:txBody>
      </p:sp>
      <p:sp>
        <p:nvSpPr>
          <p:cNvPr id="114" name="Sub_0"/>
          <p:cNvSpPr/>
          <p:nvPr/>
        </p:nvSpPr>
        <p:spPr>
          <a:xfrm>
            <a:off x="4829175" y="2733675"/>
            <a:ext cx="1238250" cy="476250"/>
          </a:xfrm>
          <a:prstGeom prst="roundRect">
            <a:avLst/>
          </a:prstGeom>
          <a:solidFill>
            <a:srgbClr val="3176BB"/>
          </a:solidFill>
          <a:ln w="12700">
            <a:solidFill>
              <a:srgbClr val="3176BB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975" dirty="0">
                <a:solidFill>
                  <a:srgbClr val="FFFFFF"/>
                </a:solidFill>
              </a:rPr>
              <a:t>Sub-agent</a:t>
            </a:r>
          </a:p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base code</a:t>
            </a:r>
          </a:p>
        </p:txBody>
      </p:sp>
      <p:cxnSp>
        <p:nvCxnSpPr>
          <p:cNvPr id="115" name="dn_0"/>
          <p:cNvCxnSpPr/>
          <p:nvPr/>
        </p:nvCxnSpPr>
        <p:spPr>
          <a:xfrm flipH="1">
            <a:off x="5448300" y="2162175"/>
            <a:ext cx="1314450" cy="571500"/>
          </a:xfrm>
          <a:prstGeom prst="line">
            <a:avLst/>
          </a:prstGeom>
          <a:ln w="15875">
            <a:solidFill>
              <a:srgbClr val="4A4A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up_0"/>
          <p:cNvCxnSpPr/>
          <p:nvPr/>
        </p:nvCxnSpPr>
        <p:spPr>
          <a:xfrm flipV="1">
            <a:off x="5524500" y="2162175"/>
            <a:ext cx="1314450" cy="571500"/>
          </a:xfrm>
          <a:prstGeom prst="line">
            <a:avLst/>
          </a:prstGeom>
          <a:ln w="12700">
            <a:solidFill>
              <a:srgbClr val="3176B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Sub_1"/>
          <p:cNvSpPr/>
          <p:nvPr/>
        </p:nvSpPr>
        <p:spPr>
          <a:xfrm>
            <a:off x="6143625" y="2733675"/>
            <a:ext cx="1238250" cy="476250"/>
          </a:xfrm>
          <a:prstGeom prst="roundRect">
            <a:avLst/>
          </a:prstGeom>
          <a:solidFill>
            <a:srgbClr val="F28A25"/>
          </a:solidFill>
          <a:ln w="12700">
            <a:solidFill>
              <a:srgbClr val="F28A25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975" dirty="0">
                <a:solidFill>
                  <a:srgbClr val="FFFFFF"/>
                </a:solidFill>
              </a:rPr>
              <a:t>Sub-agent</a:t>
            </a:r>
          </a:p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docs</a:t>
            </a:r>
          </a:p>
        </p:txBody>
      </p:sp>
      <p:cxnSp>
        <p:nvCxnSpPr>
          <p:cNvPr id="118" name="dn_1"/>
          <p:cNvCxnSpPr/>
          <p:nvPr/>
        </p:nvCxnSpPr>
        <p:spPr>
          <a:xfrm>
            <a:off x="6762750" y="2162175"/>
            <a:ext cx="0" cy="571500"/>
          </a:xfrm>
          <a:prstGeom prst="line">
            <a:avLst/>
          </a:prstGeom>
          <a:ln w="15875">
            <a:solidFill>
              <a:srgbClr val="4A4A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up_1"/>
          <p:cNvCxnSpPr/>
          <p:nvPr/>
        </p:nvCxnSpPr>
        <p:spPr>
          <a:xfrm flipV="1">
            <a:off x="6838950" y="2162175"/>
            <a:ext cx="0" cy="571500"/>
          </a:xfrm>
          <a:prstGeom prst="line">
            <a:avLst/>
          </a:prstGeom>
          <a:ln w="12700">
            <a:solidFill>
              <a:srgbClr val="F28A2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Sub_2"/>
          <p:cNvSpPr/>
          <p:nvPr/>
        </p:nvSpPr>
        <p:spPr>
          <a:xfrm>
            <a:off x="7458075" y="2733675"/>
            <a:ext cx="1238250" cy="476250"/>
          </a:xfrm>
          <a:prstGeom prst="roundRect">
            <a:avLst/>
          </a:prstGeom>
          <a:solidFill>
            <a:srgbClr val="127E3F"/>
          </a:solidFill>
          <a:ln w="12700">
            <a:solidFill>
              <a:srgbClr val="127E3F"/>
            </a:solidFill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975" dirty="0">
                <a:solidFill>
                  <a:srgbClr val="FFFFFF"/>
                </a:solidFill>
              </a:rPr>
              <a:t>Sub-agent</a:t>
            </a:r>
          </a:p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guidelines</a:t>
            </a:r>
          </a:p>
        </p:txBody>
      </p:sp>
      <p:cxnSp>
        <p:nvCxnSpPr>
          <p:cNvPr id="121" name="dn_2"/>
          <p:cNvCxnSpPr/>
          <p:nvPr/>
        </p:nvCxnSpPr>
        <p:spPr>
          <a:xfrm>
            <a:off x="6762750" y="2162175"/>
            <a:ext cx="1314450" cy="571500"/>
          </a:xfrm>
          <a:prstGeom prst="line">
            <a:avLst/>
          </a:prstGeom>
          <a:ln w="15875">
            <a:solidFill>
              <a:srgbClr val="4A4A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up_2"/>
          <p:cNvCxnSpPr/>
          <p:nvPr/>
        </p:nvCxnSpPr>
        <p:spPr>
          <a:xfrm flipH="1" flipV="1">
            <a:off x="6838950" y="2162175"/>
            <a:ext cx="1314450" cy="571500"/>
          </a:xfrm>
          <a:prstGeom prst="line">
            <a:avLst/>
          </a:prstGeom>
          <a:ln w="12700">
            <a:solidFill>
              <a:srgbClr val="127E3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portsLbl"/>
          <p:cNvSpPr/>
          <p:nvPr/>
        </p:nvSpPr>
        <p:spPr>
          <a:xfrm>
            <a:off x="7715250" y="22383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27000" tIns="13500" rIns="27000" bIns="13500" anchor="ctr"/>
          <a:lstStyle/>
          <a:p>
            <a:pPr algn="r">
              <a:buNone/>
            </a:pPr>
            <a:r>
              <a:rPr lang="en-US" sz="825" dirty="0">
                <a:solidFill>
                  <a:srgbClr val="4A4A49"/>
                </a:solidFill>
              </a:rPr>
              <a:t>returns reports</a:t>
            </a:r>
          </a:p>
        </p:txBody>
      </p:sp>
      <p:sp>
        <p:nvSpPr>
          <p:cNvPr id="124" name="CtxLabelR"/>
          <p:cNvSpPr/>
          <p:nvPr/>
        </p:nvSpPr>
        <p:spPr>
          <a:xfrm>
            <a:off x="4667250" y="3286125"/>
            <a:ext cx="4191000" cy="171450"/>
          </a:xfrm>
          <a:prstGeom prst="rect">
            <a:avLst/>
          </a:prstGeom>
          <a:noFill/>
          <a:ln>
            <a:noFill/>
          </a:ln>
        </p:spPr>
        <p:txBody>
          <a:bodyPr wrap="square" lIns="27000" tIns="13500" rIns="27000" bIns="13500" anchor="ctr"/>
          <a:lstStyle/>
          <a:p>
            <a:pPr algn="ctr">
              <a:buNone/>
            </a:pPr>
            <a:r>
              <a:rPr lang="en-US" sz="900" b="1" dirty="0">
                <a:solidFill>
                  <a:srgbClr val="4A4A49"/>
                </a:solidFill>
              </a:rPr>
              <a:t>Context window</a:t>
            </a:r>
          </a:p>
        </p:txBody>
      </p:sp>
      <p:sp>
        <p:nvSpPr>
          <p:cNvPr id="125" name="CtxBgR"/>
          <p:cNvSpPr/>
          <p:nvPr/>
        </p:nvSpPr>
        <p:spPr>
          <a:xfrm>
            <a:off x="5429250" y="3495675"/>
            <a:ext cx="2667000" cy="171450"/>
          </a:xfrm>
          <a:prstGeom prst="roundRect">
            <a:avLst/>
          </a:prstGeom>
          <a:solidFill>
            <a:srgbClr val="EDEDED"/>
          </a:solidFill>
          <a:ln w="9525">
            <a:solidFill>
              <a:srgbClr val="BDBDBD"/>
            </a:solidFill>
          </a:ln>
        </p:spPr>
        <p:txBody>
          <a:bodyPr wrap="square" anchor="ctr"/>
          <a:lstStyle/>
          <a:p>
            <a:endParaRPr lang="en-US" sz="1350"/>
          </a:p>
        </p:txBody>
      </p:sp>
      <p:sp>
        <p:nvSpPr>
          <p:cNvPr id="126" name="CtxFillR"/>
          <p:cNvSpPr/>
          <p:nvPr/>
        </p:nvSpPr>
        <p:spPr>
          <a:xfrm>
            <a:off x="5429250" y="3495675"/>
            <a:ext cx="666750" cy="171450"/>
          </a:xfrm>
          <a:prstGeom prst="roundRect">
            <a:avLst/>
          </a:prstGeom>
          <a:solidFill>
            <a:srgbClr val="127E3F"/>
          </a:solidFill>
          <a:ln>
            <a:noFill/>
          </a:ln>
        </p:spPr>
        <p:txBody>
          <a:bodyPr wrap="square" anchor="ctr"/>
          <a:lstStyle/>
          <a:p>
            <a:endParaRPr lang="en-US" sz="1350"/>
          </a:p>
        </p:txBody>
      </p:sp>
      <p:cxnSp>
        <p:nvCxnSpPr>
          <p:cNvPr id="127" name="Divider"/>
          <p:cNvCxnSpPr/>
          <p:nvPr/>
        </p:nvCxnSpPr>
        <p:spPr>
          <a:xfrm>
            <a:off x="4572000" y="1381125"/>
            <a:ext cx="0" cy="2190750"/>
          </a:xfrm>
          <a:prstGeom prst="line">
            <a:avLst/>
          </a:prstGeom>
          <a:ln w="9525">
            <a:solidFill>
              <a:srgbClr val="BDBDB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0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3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4" grpId="0" animBg="1"/>
      <p:bldP spid="105" grpId="0" animBg="1"/>
      <p:bldP spid="106" grpId="0" animBg="1"/>
      <p:bldP spid="108" grpId="0"/>
      <p:bldP spid="109" grpId="0" animBg="1"/>
      <p:bldP spid="110" grpId="0" animBg="1"/>
      <p:bldP spid="111" grpId="0"/>
      <p:bldP spid="112" grpId="0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/>
      <p:bldP spid="124" grpId="0"/>
      <p:bldP spid="125" grpId="0" animBg="1"/>
      <p:bldP spid="1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Ad-hoc sub-agents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Feel the parallelism — see the context savings.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requirements analyst from M2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prompt that explicitly says "run each of these as a sub-agent" and lists three tasks: ambiguity check, dependency lookup, base app impact via AL Symbols MCP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sub-agent threads spin 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sub-agent threads ran and you got back a single consolidated summary.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Bake the fan-out into the agent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Agent fans out without you asking.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requirements analyst's instructions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guidance: when analysing a requirement, spin up sub-agents for ambiguity, dependencies, and base app impact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same prompt — but without the explicit "run as sub-agent" clause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fans out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/>
              </a:rPr>
              <a:t>A custom agent, used as a sub-agent</a:t>
            </a:r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/>
              </a:rPr>
              <a:t>Objective: Build a focused custom agent and have your requirements analyst delegate to it.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Create a focused custom agent — e.g., base-app-impact-analyzer.agent.md, scoped to AL Symbols MCP</a:t>
            </a:r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Update your requirements analyst to call it by name as a sub-agent</a:t>
            </a:r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Run end-to-end — same fan-out as 3.2, but one leg is now a named, purposeful agent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Georgia"/>
              </a:rPr>
              <a:t>Done when: </a:t>
            </a:r>
            <a:r>
              <a:rPr lang="en-US" sz="1300" dirty="0">
                <a:solidFill>
                  <a:srgbClr val="0F172A"/>
                </a:solidFill>
                <a:latin typeface="Calibri"/>
              </a:rPr>
              <a:t>your orchestrator delegates to the named agent and returns a consolidated summary.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200" b="1" i="1" dirty="0">
                <a:solidFill>
                  <a:srgbClr val="DB2777"/>
                </a:solidFill>
                <a:latin typeface="Calibri"/>
              </a:rPr>
              <a:t>Tip: </a:t>
            </a:r>
            <a:r>
              <a:rPr lang="en-US" sz="1200" i="1" dirty="0">
                <a:solidFill>
                  <a:srgbClr val="475569"/>
                </a:solidFill>
                <a:latin typeface="Calibri"/>
              </a:rPr>
              <a:t>don't want this helper cluttering everyone's picker? Mark it not user-invocable. It still works as a sub-agent.</a:t>
            </a:r>
          </a:p>
        </p:txBody>
      </p:sp>
    </p:spTree>
    <p:extLst>
      <p:ext uri="{BB962C8B-B14F-4D97-AF65-F5344CB8AC3E}">
        <p14:creationId xmlns:p14="http://schemas.microsoft.com/office/powerpoint/2010/main" val="3360532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9926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Debrief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438855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"When do you stop subdividing?"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411480" y="3886200"/>
            <a:ext cx="43885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Drop one word or short phrase into Slido. Watch the cloud — the edges are where it gets interesting.</a:t>
            </a:r>
          </a:p>
        </p:txBody>
      </p:sp>
      <p:sp>
        <p:nvSpPr>
          <p:cNvPr id="6" name="ModeBadge">
            <a:extLst>
              <a:ext uri="{FF2B5EF4-FFF2-40B4-BE49-F238E27FC236}">
                <a16:creationId xmlns:a16="http://schemas.microsoft.com/office/drawing/2014/main" id="{CD096D38-4A87-119E-0ADC-99EB8922D95A}"/>
              </a:ext>
            </a:extLst>
          </p:cNvPr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 err="1">
                <a:solidFill>
                  <a:srgbClr val="FFFFFF"/>
                </a:solidFill>
                <a:latin typeface="Calibri" pitchFamily="34" charset="0"/>
              </a:rPr>
              <a:t>Wooclap</a:t>
            </a:r>
            <a:endParaRPr lang="en-US" sz="1100" b="1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47698-970F-B393-3FC7-EA12EF322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36" y="777240"/>
            <a:ext cx="403916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23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A0A8-62FE-53C7-638B-B003FCAB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EF821D-1A9A-6284-4A41-D8F715386B6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8FD263-2484-CF5E-C497-FE38EE9931C9}"/>
              </a:ext>
            </a:extLst>
          </p:cNvPr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Debrief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977A16-3690-CEAF-6037-D13F0F2AC21C}"/>
              </a:ext>
            </a:extLst>
          </p:cNvPr>
          <p:cNvSpPr/>
          <p:nvPr/>
        </p:nvSpPr>
        <p:spPr>
          <a:xfrm>
            <a:off x="411480" y="777240"/>
            <a:ext cx="8321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MCP surprised you most? Which one didn't work?"</a:t>
            </a:r>
            <a:endParaRPr lang="en-US"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45D205-7EB8-D79F-4C5C-BE2F6D232C04}"/>
              </a:ext>
            </a:extLst>
          </p:cNvPr>
          <p:cNvSpPr/>
          <p:nvPr/>
        </p:nvSpPr>
        <p:spPr>
          <a:xfrm>
            <a:off x="411480" y="3886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Drop one line into Slido. We'll read it together.</a:t>
            </a:r>
          </a:p>
        </p:txBody>
      </p:sp>
      <p:sp>
        <p:nvSpPr>
          <p:cNvPr id="800" name="ModeBadge">
            <a:extLst>
              <a:ext uri="{FF2B5EF4-FFF2-40B4-BE49-F238E27FC236}">
                <a16:creationId xmlns:a16="http://schemas.microsoft.com/office/drawing/2014/main" id="{7FF3E768-17DC-08AA-E6FF-3B4E05787EC5}"/>
              </a:ext>
            </a:extLst>
          </p:cNvPr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Slido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AB7E4976-9343-2C3F-720E-72F2A4647E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750" y="190500"/>
              <a:ext cx="8572500" cy="4762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AB7E4976-9343-2C3F-720E-72F2A4647E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750" y="190500"/>
                <a:ext cx="8572500" cy="4762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6538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— back in 15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MCPs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52928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5292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1246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1246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Sub-agents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31536" y="960120"/>
            <a:ext cx="822960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60720" y="685800"/>
            <a:ext cx="16459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153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3153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91072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Skills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960120"/>
            <a:ext cx="82296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5060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BG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10144" y="960120"/>
            <a:ext cx="8229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1014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014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361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18488" y="4416552"/>
            <a:ext cx="201168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39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4: Skills, and where everything else 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108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bl"/>
          <p:cNvSpPr txBox="1"/>
          <p:nvPr/>
        </p:nvSpPr>
        <p:spPr>
          <a:xfrm>
            <a:off x="368300" y="101600"/>
            <a:ext cx="5486400" cy="254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6B6D4"/>
                </a:solidFill>
                <a:latin typeface="Calibri"/>
              </a:rPr>
              <a:t>Module 4 — Concept</a:t>
            </a:r>
          </a:p>
        </p:txBody>
      </p:sp>
      <p:sp>
        <p:nvSpPr>
          <p:cNvPr id="4" name="Ttl"/>
          <p:cNvSpPr txBox="1"/>
          <p:nvPr/>
        </p:nvSpPr>
        <p:spPr>
          <a:xfrm>
            <a:off x="368300" y="304800"/>
            <a:ext cx="6680200" cy="400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Georgia"/>
              </a:rPr>
              <a:t>What is a skill?</a:t>
            </a:r>
          </a:p>
        </p:txBody>
      </p:sp>
      <p:sp>
        <p:nvSpPr>
          <p:cNvPr id="5" name="Sub"/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64748B"/>
                </a:solidFill>
                <a:latin typeface="Calibri"/>
              </a:rPr>
              <a:t>Instructions that load at the right moment — not all at once</a:t>
            </a:r>
          </a:p>
        </p:txBody>
      </p:sp>
      <p:sp>
        <p:nvSpPr>
          <p:cNvPr id="6" name="CH1"/>
          <p:cNvSpPr txBox="1"/>
          <p:nvPr/>
        </p:nvSpPr>
        <p:spPr>
          <a:xfrm>
            <a:off x="457200" y="990600"/>
            <a:ext cx="3556000" cy="2032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endParaRPr/>
          </a:p>
        </p:txBody>
      </p:sp>
      <p:sp>
        <p:nvSpPr>
          <p:cNvPr id="20" name="A20"/>
          <p:cNvSpPr/>
          <p:nvPr/>
        </p:nvSpPr>
        <p:spPr>
          <a:xfrm>
            <a:off x="457200" y="1295400"/>
            <a:ext cx="38100" cy="355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21"/>
          <p:cNvSpPr txBox="1"/>
          <p:nvPr/>
        </p:nvSpPr>
        <p:spPr>
          <a:xfrm>
            <a:off x="609600" y="12954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name: + description:</a:t>
            </a:r>
          </a:p>
        </p:txBody>
      </p:sp>
      <p:sp>
        <p:nvSpPr>
          <p:cNvPr id="22" name="D22"/>
          <p:cNvSpPr txBox="1"/>
          <p:nvPr/>
        </p:nvSpPr>
        <p:spPr>
          <a:xfrm>
            <a:off x="4165600" y="12954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Frontmatter — loaded every call. This is how the agent knows the skill exists and when to load it.</a:t>
            </a:r>
          </a:p>
        </p:txBody>
      </p:sp>
      <p:sp>
        <p:nvSpPr>
          <p:cNvPr id="23" name="S23"/>
          <p:cNvSpPr/>
          <p:nvPr/>
        </p:nvSpPr>
        <p:spPr>
          <a:xfrm>
            <a:off x="457200" y="1739900"/>
            <a:ext cx="82296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A30"/>
          <p:cNvSpPr/>
          <p:nvPr/>
        </p:nvSpPr>
        <p:spPr>
          <a:xfrm>
            <a:off x="457200" y="1828800"/>
            <a:ext cx="38100" cy="3556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31"/>
          <p:cNvSpPr txBox="1"/>
          <p:nvPr/>
        </p:nvSpPr>
        <p:spPr>
          <a:xfrm>
            <a:off x="609600" y="18288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(body text)</a:t>
            </a:r>
          </a:p>
        </p:txBody>
      </p:sp>
      <p:sp>
        <p:nvSpPr>
          <p:cNvPr id="32" name="D32"/>
          <p:cNvSpPr txBox="1"/>
          <p:nvPr/>
        </p:nvSpPr>
        <p:spPr>
          <a:xfrm>
            <a:off x="4165600" y="18288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Body — loaded lazily, only when the description matches the current task.</a:t>
            </a:r>
          </a:p>
        </p:txBody>
      </p:sp>
      <p:sp>
        <p:nvSpPr>
          <p:cNvPr id="33" name="S33"/>
          <p:cNvSpPr/>
          <p:nvPr/>
        </p:nvSpPr>
        <p:spPr>
          <a:xfrm>
            <a:off x="457200" y="2273300"/>
            <a:ext cx="82296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A40"/>
          <p:cNvSpPr/>
          <p:nvPr/>
        </p:nvSpPr>
        <p:spPr>
          <a:xfrm>
            <a:off x="457200" y="2362200"/>
            <a:ext cx="38100" cy="355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41"/>
          <p:cNvSpPr txBox="1"/>
          <p:nvPr/>
        </p:nvSpPr>
        <p:spPr>
          <a:xfrm>
            <a:off x="609600" y="23622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model: (optional)</a:t>
            </a:r>
          </a:p>
        </p:txBody>
      </p:sp>
      <p:sp>
        <p:nvSpPr>
          <p:cNvPr id="42" name="D42"/>
          <p:cNvSpPr txBox="1"/>
          <p:nvPr/>
        </p:nvSpPr>
        <p:spPr>
          <a:xfrm>
            <a:off x="4165600" y="23622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Override which model runs when this skill fires.</a:t>
            </a:r>
          </a:p>
        </p:txBody>
      </p:sp>
      <p:sp>
        <p:nvSpPr>
          <p:cNvPr id="90" name="Tagline"/>
          <p:cNvSpPr txBox="1"/>
          <p:nvPr/>
        </p:nvSpPr>
        <p:spPr>
          <a:xfrm>
            <a:off x="457200" y="3800000"/>
            <a:ext cx="8229600" cy="4572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300" b="1" i="1">
                <a:solidFill>
                  <a:srgbClr val="0F172A"/>
                </a:solidFill>
                <a:latin typeface="Georgia"/>
              </a:rPr>
              <a:t>The description is the trigger. The body is the payload.</a:t>
            </a:r>
          </a:p>
        </p:txBody>
      </p:sp>
      <p:sp>
        <p:nvSpPr>
          <p:cNvPr id="91" name="BotAcc"/>
          <p:cNvSpPr/>
          <p:nvPr/>
        </p:nvSpPr>
        <p:spPr>
          <a:xfrm>
            <a:off x="457200" y="4521200"/>
            <a:ext cx="1016000" cy="38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28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bl"/>
          <p:cNvSpPr txBox="1"/>
          <p:nvPr/>
        </p:nvSpPr>
        <p:spPr>
          <a:xfrm>
            <a:off x="368300" y="101600"/>
            <a:ext cx="5486400" cy="254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6B6D4"/>
                </a:solidFill>
                <a:latin typeface="Calibri"/>
              </a:rPr>
              <a:t>Module 4 — Concept</a:t>
            </a:r>
          </a:p>
        </p:txBody>
      </p:sp>
      <p:sp>
        <p:nvSpPr>
          <p:cNvPr id="4" name="Ttl"/>
          <p:cNvSpPr txBox="1"/>
          <p:nvPr/>
        </p:nvSpPr>
        <p:spPr>
          <a:xfrm>
            <a:off x="368300" y="304800"/>
            <a:ext cx="6680200" cy="4000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Georgia"/>
              </a:rPr>
              <a:t>When the agent fumbles</a:t>
            </a:r>
          </a:p>
        </p:txBody>
      </p:sp>
      <p:sp>
        <p:nvSpPr>
          <p:cNvPr id="5" name="Sub"/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64748B"/>
                </a:solidFill>
                <a:latin typeface="Calibri"/>
              </a:rPr>
              <a:t>Three layers. One fix for each failure mode.</a:t>
            </a:r>
          </a:p>
        </p:txBody>
      </p:sp>
      <p:sp>
        <p:nvSpPr>
          <p:cNvPr id="6" name="CH1"/>
          <p:cNvSpPr txBox="1"/>
          <p:nvPr/>
        </p:nvSpPr>
        <p:spPr>
          <a:xfrm>
            <a:off x="457200" y="990600"/>
            <a:ext cx="3556000" cy="2032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endParaRPr/>
          </a:p>
        </p:txBody>
      </p:sp>
      <p:sp>
        <p:nvSpPr>
          <p:cNvPr id="20" name="A20"/>
          <p:cNvSpPr/>
          <p:nvPr/>
        </p:nvSpPr>
        <p:spPr>
          <a:xfrm>
            <a:off x="457200" y="1295400"/>
            <a:ext cx="38100" cy="355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21"/>
          <p:cNvSpPr txBox="1"/>
          <p:nvPr/>
        </p:nvSpPr>
        <p:spPr>
          <a:xfrm>
            <a:off x="609600" y="12954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Skill loaded, wrong content</a:t>
            </a:r>
          </a:p>
        </p:txBody>
      </p:sp>
      <p:sp>
        <p:nvSpPr>
          <p:cNvPr id="22" name="D22"/>
          <p:cNvSpPr txBox="1"/>
          <p:nvPr/>
        </p:nvSpPr>
        <p:spPr>
          <a:xfrm>
            <a:off x="4165600" y="12954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Fix: edit the skill body. Add the missing guidance.</a:t>
            </a:r>
          </a:p>
        </p:txBody>
      </p:sp>
      <p:sp>
        <p:nvSpPr>
          <p:cNvPr id="23" name="S23"/>
          <p:cNvSpPr/>
          <p:nvPr/>
        </p:nvSpPr>
        <p:spPr>
          <a:xfrm>
            <a:off x="457200" y="1739900"/>
            <a:ext cx="82296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A30"/>
          <p:cNvSpPr/>
          <p:nvPr/>
        </p:nvSpPr>
        <p:spPr>
          <a:xfrm>
            <a:off x="457200" y="1828800"/>
            <a:ext cx="38100" cy="355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31"/>
          <p:cNvSpPr txBox="1"/>
          <p:nvPr/>
        </p:nvSpPr>
        <p:spPr>
          <a:xfrm>
            <a:off x="609600" y="18288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Skill not loaded at all</a:t>
            </a:r>
          </a:p>
        </p:txBody>
      </p:sp>
      <p:sp>
        <p:nvSpPr>
          <p:cNvPr id="32" name="D32"/>
          <p:cNvSpPr txBox="1"/>
          <p:nvPr/>
        </p:nvSpPr>
        <p:spPr>
          <a:xfrm>
            <a:off x="4165600" y="18288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Fix: improve the description. Make it specific about when to load.</a:t>
            </a:r>
          </a:p>
        </p:txBody>
      </p:sp>
      <p:sp>
        <p:nvSpPr>
          <p:cNvPr id="33" name="S33"/>
          <p:cNvSpPr/>
          <p:nvPr/>
        </p:nvSpPr>
        <p:spPr>
          <a:xfrm>
            <a:off x="457200" y="2273300"/>
            <a:ext cx="82296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A40"/>
          <p:cNvSpPr/>
          <p:nvPr/>
        </p:nvSpPr>
        <p:spPr>
          <a:xfrm>
            <a:off x="457200" y="2362200"/>
            <a:ext cx="38100" cy="355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41"/>
          <p:cNvSpPr txBox="1"/>
          <p:nvPr/>
        </p:nvSpPr>
        <p:spPr>
          <a:xfrm>
            <a:off x="609600" y="2362200"/>
            <a:ext cx="34036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Missing context every call</a:t>
            </a:r>
          </a:p>
        </p:txBody>
      </p:sp>
      <p:sp>
        <p:nvSpPr>
          <p:cNvPr id="42" name="D42"/>
          <p:cNvSpPr txBox="1"/>
          <p:nvPr/>
        </p:nvSpPr>
        <p:spPr>
          <a:xfrm>
            <a:off x="4165600" y="2362200"/>
            <a:ext cx="4572000" cy="355600"/>
          </a:xfrm>
          <a:prstGeom prst="rect">
            <a:avLst/>
          </a:prstGeom>
          <a:noFill/>
        </p:spPr>
        <p:txBody>
          <a:bodyPr vertOverflow="overflow" wrap="square" rtlCol="0" anchor="ctr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</a:rPr>
              <a:t>Fix: add to agent instructions. If the agent always needs it, it belongs there.</a:t>
            </a:r>
          </a:p>
        </p:txBody>
      </p:sp>
      <p:sp>
        <p:nvSpPr>
          <p:cNvPr id="90" name="Tagline"/>
          <p:cNvSpPr txBox="1"/>
          <p:nvPr/>
        </p:nvSpPr>
        <p:spPr>
          <a:xfrm>
            <a:off x="457200" y="3800000"/>
            <a:ext cx="8229600" cy="457200"/>
          </a:xfrm>
          <a:prstGeom prst="rect">
            <a:avLst/>
          </a:prstGeom>
          <a:noFill/>
        </p:spPr>
        <p:txBody>
          <a:bodyPr vertOverflow="overflow" wrap="square" rtlCol="0" anchor="t">
            <a:noAutofit/>
          </a:bodyPr>
          <a:lstStyle/>
          <a:p>
            <a:pPr algn="l"/>
            <a:r>
              <a:rPr lang="en-US" sz="1300" b="1" i="1">
                <a:solidFill>
                  <a:srgbClr val="0F172A"/>
                </a:solidFill>
                <a:latin typeface="Georgia"/>
              </a:rPr>
              <a:t>Ask the agent: what should I have given you up front? That tells you which layer.</a:t>
            </a:r>
          </a:p>
        </p:txBody>
      </p:sp>
      <p:sp>
        <p:nvSpPr>
          <p:cNvPr id="91" name="BotAcc"/>
          <p:cNvSpPr/>
          <p:nvPr/>
        </p:nvSpPr>
        <p:spPr>
          <a:xfrm>
            <a:off x="457200" y="4521200"/>
            <a:ext cx="1016000" cy="38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219261-0234-3718-192A-E55CE241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31E6D7-CF31-923E-58D5-3DE548B7A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         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47750"/>
            <a:ext cx="7886700" cy="762000"/>
          </a:xfrm>
          <a:noFill/>
        </p:spPr>
        <p:txBody>
          <a:bodyPr>
            <a:normAutofit/>
          </a:bodyPr>
          <a:lstStyle/>
          <a:p>
            <a:endParaRPr/>
          </a:p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268730"/>
            <a:ext cx="3909060" cy="3188970"/>
          </a:xfrm>
          <a:prstGeom prst="round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876" tIns="123444" rIns="123444" bIns="68580" rtlCol="0" anchor="ctr"/>
          <a:lstStyle/>
          <a:p>
            <a:pPr algn="l"/>
            <a:r>
              <a:rPr sz="1425" b="1">
                <a:solidFill>
                  <a:srgbClr val="333333"/>
                </a:solidFill>
              </a:rPr>
              <a:t>Without a skill</a:t>
            </a:r>
          </a:p>
          <a:p>
            <a:endParaRPr sz="1425" b="1">
              <a:solidFill>
                <a:srgbClr val="333333"/>
              </a:solidFill>
            </a:endParaRPr>
          </a:p>
          <a:p>
            <a:pPr algn="l"/>
            <a:r>
              <a:rPr sz="1050">
                <a:solidFill>
                  <a:srgbClr val="666666"/>
                </a:solidFill>
              </a:rPr>
              <a:t>Re-explain the workflow every single time.</a:t>
            </a:r>
          </a:p>
          <a:p>
            <a:pPr algn="l"/>
            <a:endParaRPr sz="1050">
              <a:solidFill>
                <a:srgbClr val="666666"/>
              </a:solidFill>
            </a:endParaRPr>
          </a:p>
          <a:p>
            <a:pPr algn="l"/>
            <a:r>
              <a:rPr sz="1050">
                <a:solidFill>
                  <a:srgbClr val="666666"/>
                </a:solidFill>
              </a:rPr>
              <a:t>“Build the BC app in PowerShell,</a:t>
            </a:r>
          </a:p>
          <a:p>
            <a:pPr algn="l"/>
            <a:r>
              <a:rPr sz="1050">
                <a:solidFill>
                  <a:srgbClr val="666666"/>
                </a:solidFill>
              </a:rPr>
              <a:t>  then publish it, then run the tests,</a:t>
            </a:r>
          </a:p>
          <a:p>
            <a:pPr algn="l"/>
            <a:r>
              <a:rPr sz="1050">
                <a:solidFill>
                  <a:srgbClr val="666666"/>
                </a:solidFill>
              </a:rPr>
              <a:t>  then collect the results...”</a:t>
            </a:r>
          </a:p>
          <a:p>
            <a:pPr algn="l"/>
            <a:endParaRPr sz="1050">
              <a:solidFill>
                <a:srgbClr val="666666"/>
              </a:solidFill>
            </a:endParaRPr>
          </a:p>
          <a:p>
            <a:pPr algn="l"/>
            <a:r>
              <a:rPr sz="1050">
                <a:solidFill>
                  <a:srgbClr val="666666"/>
                </a:solidFill>
              </a:rPr>
              <a:t>The agent only knows</a:t>
            </a:r>
          </a:p>
          <a:p>
            <a:pPr algn="l"/>
            <a:r>
              <a:rPr sz="1050">
                <a:solidFill>
                  <a:srgbClr val="666666"/>
                </a:solidFill>
              </a:rPr>
              <a:t>what you told it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34890" y="1268730"/>
            <a:ext cx="3909060" cy="318897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876" tIns="123444" rIns="123444" bIns="68580" rtlCol="0" anchor="ctr"/>
          <a:lstStyle/>
          <a:p>
            <a:pPr algn="l"/>
            <a:r>
              <a:rPr sz="1650" b="1">
                <a:solidFill>
                  <a:srgbClr val="FFFFFF"/>
                </a:solidFill>
              </a:rPr>
              <a:t>/run-tests</a:t>
            </a:r>
          </a:p>
          <a:p>
            <a:endParaRPr sz="1650" b="1">
              <a:solidFill>
                <a:srgbClr val="FFFFFF"/>
              </a:solidFill>
            </a:endParaRPr>
          </a:p>
          <a:p>
            <a:pPr algn="l"/>
            <a:r>
              <a:rPr sz="1050">
                <a:solidFill>
                  <a:srgbClr val="BBDEFB"/>
                </a:solidFill>
              </a:rPr>
              <a:t>Build BC app</a:t>
            </a:r>
          </a:p>
          <a:p>
            <a:pPr algn="l"/>
            <a:r>
              <a:rPr sz="1050">
                <a:solidFill>
                  <a:srgbClr val="BBDEFB"/>
                </a:solidFill>
              </a:rPr>
              <a:t>→  Publish</a:t>
            </a:r>
          </a:p>
          <a:p>
            <a:pPr algn="l"/>
            <a:r>
              <a:rPr sz="1050">
                <a:solidFill>
                  <a:srgbClr val="BBDEFB"/>
                </a:solidFill>
              </a:rPr>
              <a:t>→  Run tests</a:t>
            </a:r>
          </a:p>
          <a:p>
            <a:pPr algn="l"/>
            <a:r>
              <a:rPr sz="1050">
                <a:solidFill>
                  <a:srgbClr val="BBDEFB"/>
                </a:solidFill>
              </a:rPr>
              <a:t>→  Report results</a:t>
            </a:r>
          </a:p>
          <a:p>
            <a:pPr algn="l"/>
            <a:endParaRPr sz="1050">
              <a:solidFill>
                <a:srgbClr val="BBDEFB"/>
              </a:solidFill>
            </a:endParaRPr>
          </a:p>
          <a:p>
            <a:pPr algn="l"/>
            <a:r>
              <a:rPr sz="1050">
                <a:solidFill>
                  <a:srgbClr val="BBDEFB"/>
                </a:solidFill>
              </a:rPr>
              <a:t>Write once.</a:t>
            </a:r>
          </a:p>
          <a:p>
            <a:pPr algn="l"/>
            <a:r>
              <a:rPr sz="1050">
                <a:solidFill>
                  <a:srgbClr val="BBDEFB"/>
                </a:solidFill>
              </a:rPr>
              <a:t>Discovered automatically.</a:t>
            </a:r>
          </a:p>
          <a:p>
            <a:pPr algn="l"/>
            <a:r>
              <a:rPr sz="1050">
                <a:solidFill>
                  <a:srgbClr val="BBDEFB"/>
                </a:solidFill>
              </a:rPr>
              <a:t>Called directly. Every time.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65676" y="2712339"/>
            <a:ext cx="486918" cy="301752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212653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a v1 skill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skill file your agent actually picks 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F172A"/>
                </a:solidFill>
                <a:latin typeface="Calibri"/>
              </a:rPr>
              <a:t>Pick a workflow where your requirements analyst currently fumbles or wastes loops</a:t>
            </a:r>
          </a:p>
          <a:p>
            <a:pPr marL="342900" indent="-342900" algn="l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i="1" dirty="0">
                <a:solidFill>
                  <a:srgbClr val="475569"/>
                </a:solidFill>
                <a:latin typeface="Calibri"/>
              </a:rPr>
              <a:t>If you can't think of one, build the </a:t>
            </a:r>
            <a:r>
              <a:rPr lang="en-US" sz="1300" b="1" i="1" dirty="0">
                <a:solidFill>
                  <a:srgbClr val="DB2777"/>
                </a:solidFill>
                <a:latin typeface="Calibri"/>
              </a:rPr>
              <a:t>INVEST-check skill</a:t>
            </a:r>
            <a:r>
              <a:rPr lang="en-US" sz="1300" i="1" dirty="0">
                <a:solidFill>
                  <a:srgbClr val="475569"/>
                </a:solidFill>
                <a:latin typeface="Calibri"/>
              </a:rPr>
              <a:t> — a skill that runs an INVEST checklist over acceptance criteria. Frontmatter: </a:t>
            </a:r>
            <a:r>
              <a:rPr lang="en-US" sz="1300" i="1" dirty="0">
                <a:solidFill>
                  <a:srgbClr val="475569"/>
                </a:solidFill>
                <a:latin typeface="Consolas"/>
              </a:rPr>
              <a:t>"load when reviewing acceptance criteria"</a:t>
            </a:r>
            <a:r>
              <a:rPr lang="en-US" sz="1300" i="1" dirty="0">
                <a:solidFill>
                  <a:srgbClr val="475569"/>
                </a:solidFill>
                <a:latin typeface="Calibri"/>
              </a:rPr>
              <a:t>; body walks Independent / Negotiable / Valuable / Estimable / Small / Testable.</a:t>
            </a:r>
          </a:p>
          <a:p>
            <a:pPr marL="342900" indent="-342900" algn="l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F172A"/>
                </a:solidFill>
                <a:latin typeface="Calibri"/>
              </a:rPr>
              <a:t>Write the skill — frontmatter (name + description) and body</a:t>
            </a:r>
          </a:p>
          <a:p>
            <a:pPr marL="342900" indent="-342900" algn="l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F172A"/>
                </a:solidFill>
                <a:latin typeface="Calibri"/>
              </a:rPr>
              <a:t>Save it into the right location for the agent to discover</a:t>
            </a:r>
          </a:p>
          <a:p>
            <a:pPr marL="342900" indent="-342900" algn="l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F172A"/>
                </a:solidFill>
                <a:latin typeface="Calibri"/>
              </a:rPr>
              <a:t>Verify the agent picks it up when relevant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is loaded by the agent in the right context.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3480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aderBar">
            <a:extLst>
              <a:ext uri="{FF2B5EF4-FFF2-40B4-BE49-F238E27FC236}">
                <a16:creationId xmlns:a16="http://schemas.microsoft.com/office/drawing/2014/main" id="{272A78E7-BB86-419C-9BBF-B74225A82191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85E4F-2FA8-4F5E-B207-D93412F9F6E8}"/>
              </a:ext>
            </a:extLst>
          </p:cNvPr>
          <p:cNvSpPr txBox="1"/>
          <p:nvPr/>
        </p:nvSpPr>
        <p:spPr>
          <a:xfrm>
            <a:off x="368300" y="1016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Module 4 — M4.0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8B79C-15CF-4261-83B8-3C712EED6E3C}"/>
              </a:ext>
            </a:extLst>
          </p:cNvPr>
          <p:cNvSpPr txBox="1"/>
          <p:nvPr/>
        </p:nvSpPr>
        <p:spPr>
          <a:xfrm>
            <a:off x="368300" y="304800"/>
            <a:ext cx="668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Georgia"/>
              </a:rPr>
              <a:t>Where does everything fit?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A6BFEA-6831-4A4C-B64B-3317117D223E}"/>
              </a:ext>
            </a:extLst>
          </p:cNvPr>
          <p:cNvSpPr txBox="1"/>
          <p:nvPr/>
        </p:nvSpPr>
        <p:spPr>
          <a:xfrm>
            <a:off x="457200" y="838200"/>
            <a:ext cx="822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This is the picture we just drew — keep it in mind as you build.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E9F87-4958-4AC8-AD36-82689022245D}"/>
              </a:ext>
            </a:extLst>
          </p:cNvPr>
          <p:cNvSpPr txBox="1"/>
          <p:nvPr/>
        </p:nvSpPr>
        <p:spPr>
          <a:xfrm>
            <a:off x="457200" y="9906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1CF370-6D41-40C7-96BC-2FE70D8A0C7A}"/>
              </a:ext>
            </a:extLst>
          </p:cNvPr>
          <p:cNvSpPr txBox="1"/>
          <p:nvPr/>
        </p:nvSpPr>
        <p:spPr>
          <a:xfrm>
            <a:off x="4165600" y="9906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What it's for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670BD-AA22-41DA-BDA7-99E3DFF4A60E}"/>
              </a:ext>
            </a:extLst>
          </p:cNvPr>
          <p:cNvSpPr/>
          <p:nvPr/>
        </p:nvSpPr>
        <p:spPr>
          <a:xfrm>
            <a:off x="457200" y="1206500"/>
            <a:ext cx="8229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0C3C8-DE7E-49AE-B4E8-29590904731A}"/>
              </a:ext>
            </a:extLst>
          </p:cNvPr>
          <p:cNvSpPr/>
          <p:nvPr/>
        </p:nvSpPr>
        <p:spPr>
          <a:xfrm>
            <a:off x="457200" y="1295400"/>
            <a:ext cx="38100" cy="355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EFED9-DEE9-4808-BC34-8D41940085E6}"/>
              </a:ext>
            </a:extLst>
          </p:cNvPr>
          <p:cNvSpPr txBox="1"/>
          <p:nvPr/>
        </p:nvSpPr>
        <p:spPr>
          <a:xfrm>
            <a:off x="609600" y="1295400"/>
            <a:ext cx="340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agents.md / claude.md / Copilot instructions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4C79C0-322B-4BF0-AB53-D12178CAC18C}"/>
              </a:ext>
            </a:extLst>
          </p:cNvPr>
          <p:cNvSpPr txBox="1"/>
          <p:nvPr/>
        </p:nvSpPr>
        <p:spPr>
          <a:xfrm>
            <a:off x="4165600" y="12954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Always-on, project-wide context every agent needs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F99152-11D6-4E77-A7B0-EF38046294DA}"/>
              </a:ext>
            </a:extLst>
          </p:cNvPr>
          <p:cNvSpPr/>
          <p:nvPr/>
        </p:nvSpPr>
        <p:spPr>
          <a:xfrm>
            <a:off x="457200" y="1739900"/>
            <a:ext cx="8229600" cy="127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751AB2-172C-479A-A381-21FD138AEB09}"/>
              </a:ext>
            </a:extLst>
          </p:cNvPr>
          <p:cNvSpPr/>
          <p:nvPr/>
        </p:nvSpPr>
        <p:spPr>
          <a:xfrm>
            <a:off x="457200" y="1828800"/>
            <a:ext cx="38100" cy="355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E11314-392B-4271-B6B8-BD49F391D26E}"/>
              </a:ext>
            </a:extLst>
          </p:cNvPr>
          <p:cNvSpPr txBox="1"/>
          <p:nvPr/>
        </p:nvSpPr>
        <p:spPr>
          <a:xfrm>
            <a:off x="609600" y="1828800"/>
            <a:ext cx="340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Custom agent instructions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2B59CC-B9DB-40AD-9D1A-F1CA1F3D27A0}"/>
              </a:ext>
            </a:extLst>
          </p:cNvPr>
          <p:cNvSpPr txBox="1"/>
          <p:nvPr/>
        </p:nvSpPr>
        <p:spPr>
          <a:xfrm>
            <a:off x="4165600" y="18288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Persona + scope for this agent's job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FD741E-EFE6-4D14-8610-883B446C400B}"/>
              </a:ext>
            </a:extLst>
          </p:cNvPr>
          <p:cNvSpPr/>
          <p:nvPr/>
        </p:nvSpPr>
        <p:spPr>
          <a:xfrm>
            <a:off x="457200" y="2273300"/>
            <a:ext cx="8229600" cy="127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EFFDC2-F1FA-41AF-BE35-C9811CE081F3}"/>
              </a:ext>
            </a:extLst>
          </p:cNvPr>
          <p:cNvSpPr/>
          <p:nvPr/>
        </p:nvSpPr>
        <p:spPr>
          <a:xfrm>
            <a:off x="457200" y="2362200"/>
            <a:ext cx="38100" cy="3556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EE2F2-C84F-4B43-A318-51C6A7019E63}"/>
              </a:ext>
            </a:extLst>
          </p:cNvPr>
          <p:cNvSpPr txBox="1"/>
          <p:nvPr/>
        </p:nvSpPr>
        <p:spPr>
          <a:xfrm>
            <a:off x="609600" y="2362200"/>
            <a:ext cx="340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Skill frontmatter (name + description)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F5FC21-81A8-4C97-9A33-3D6FD04E247C}"/>
              </a:ext>
            </a:extLst>
          </p:cNvPr>
          <p:cNvSpPr txBox="1"/>
          <p:nvPr/>
        </p:nvSpPr>
        <p:spPr>
          <a:xfrm>
            <a:off x="4165600" y="23622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When should this be loaded?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A645EF-FD54-4A46-AAC5-25B9D32B421C}"/>
              </a:ext>
            </a:extLst>
          </p:cNvPr>
          <p:cNvSpPr/>
          <p:nvPr/>
        </p:nvSpPr>
        <p:spPr>
          <a:xfrm>
            <a:off x="457200" y="2806700"/>
            <a:ext cx="8229600" cy="127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B5282F-EFFE-4161-BE39-6441FE2DBB1B}"/>
              </a:ext>
            </a:extLst>
          </p:cNvPr>
          <p:cNvSpPr/>
          <p:nvPr/>
        </p:nvSpPr>
        <p:spPr>
          <a:xfrm>
            <a:off x="457200" y="2895600"/>
            <a:ext cx="38100" cy="355600"/>
          </a:xfrm>
          <a:prstGeom prst="rect">
            <a:avLst/>
          </a:prstGeom>
          <a:solidFill>
            <a:srgbClr val="DB2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8F4F2-68E4-440C-974D-B54F9E6C42AE}"/>
              </a:ext>
            </a:extLst>
          </p:cNvPr>
          <p:cNvSpPr txBox="1"/>
          <p:nvPr/>
        </p:nvSpPr>
        <p:spPr>
          <a:xfrm>
            <a:off x="609600" y="2895600"/>
            <a:ext cx="340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Skill body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8FBD22-E863-4436-B694-7686AB22E570}"/>
              </a:ext>
            </a:extLst>
          </p:cNvPr>
          <p:cNvSpPr txBox="1"/>
          <p:nvPr/>
        </p:nvSpPr>
        <p:spPr>
          <a:xfrm>
            <a:off x="4165600" y="28956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What should the agent do when it's loaded?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CD88FE-C5B3-478B-A27C-E13EAA72A1A8}"/>
              </a:ext>
            </a:extLst>
          </p:cNvPr>
          <p:cNvSpPr/>
          <p:nvPr/>
        </p:nvSpPr>
        <p:spPr>
          <a:xfrm>
            <a:off x="457200" y="3340100"/>
            <a:ext cx="8229600" cy="127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3A5968-3F10-47DD-8718-2043196F1349}"/>
              </a:ext>
            </a:extLst>
          </p:cNvPr>
          <p:cNvSpPr/>
          <p:nvPr/>
        </p:nvSpPr>
        <p:spPr>
          <a:xfrm>
            <a:off x="457200" y="3429000"/>
            <a:ext cx="38100" cy="355600"/>
          </a:xfrm>
          <a:prstGeom prst="rect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10FAF8-4363-4A14-AA74-C1BFC6CA0DA4}"/>
              </a:ext>
            </a:extLst>
          </p:cNvPr>
          <p:cNvSpPr txBox="1"/>
          <p:nvPr/>
        </p:nvSpPr>
        <p:spPr>
          <a:xfrm>
            <a:off x="609600" y="3429000"/>
            <a:ext cx="340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  <a:latin typeface="Consolas"/>
              </a:rPr>
              <a:t>Static prompt files (.prompt.md)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705F11-7216-4895-B97C-31F4DD4B71DD}"/>
              </a:ext>
            </a:extLst>
          </p:cNvPr>
          <p:cNvSpPr txBox="1"/>
          <p:nvPr/>
        </p:nvSpPr>
        <p:spPr>
          <a:xfrm>
            <a:off x="4165600" y="3429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One-off pattern; we mostly don't use these (see closing)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3CF893-DD8C-4B4D-B227-4C4CD844FB25}"/>
              </a:ext>
            </a:extLst>
          </p:cNvPr>
          <p:cNvSpPr txBox="1"/>
          <p:nvPr/>
        </p:nvSpPr>
        <p:spPr>
          <a:xfrm>
            <a:off x="457200" y="40386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i="1">
                <a:solidFill>
                  <a:srgbClr val="0F172A"/>
                </a:solidFill>
                <a:latin typeface="Georgia"/>
              </a:rPr>
              <a:t>Same content can technically live in any of these. The trick is putting it where it'll actually be loaded at the right moment.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33A017-9E12-4835-9586-83F1A1872AA5}"/>
              </a:ext>
            </a:extLst>
          </p:cNvPr>
          <p:cNvSpPr/>
          <p:nvPr/>
        </p:nvSpPr>
        <p:spPr>
          <a:xfrm>
            <a:off x="457200" y="4521200"/>
            <a:ext cx="1016000" cy="38100"/>
          </a:xfrm>
          <a:prstGeom prst="rect">
            <a:avLst/>
          </a:prstGeom>
          <a:solidFill>
            <a:srgbClr val="DB2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07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2870"/>
            <a:ext cx="222657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A1A2E"/>
                </a:solidFill>
              </a:rPr>
              <a:t>What to use when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3943350" cy="181737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876" tIns="123444" rIns="123444" bIns="68580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Custom Agents</a:t>
            </a:r>
          </a:p>
          <a:p>
            <a:endParaRPr sz="1350" b="1">
              <a:solidFill>
                <a:srgbClr val="FFFFFF"/>
              </a:solidFill>
            </a:endParaRPr>
          </a:p>
          <a:p>
            <a:pPr algn="l"/>
            <a:r>
              <a:rPr sz="975">
                <a:solidFill>
                  <a:srgbClr val="FFFFFF"/>
                </a:solidFill>
              </a:rPr>
              <a:t>Specific workflow, specific tools, specific persona.</a:t>
            </a:r>
          </a:p>
          <a:p>
            <a:pPr algn="l"/>
            <a:r>
              <a:rPr sz="975">
                <a:solidFill>
                  <a:srgbClr val="FFFFFF"/>
                </a:solidFill>
              </a:rPr>
              <a:t>You define the job description</a:t>
            </a:r>
          </a:p>
          <a:p>
            <a:pPr algn="l"/>
            <a:r>
              <a:rPr sz="975">
                <a:solidFill>
                  <a:srgbClr val="FFFFFF"/>
                </a:solidFill>
              </a:rPr>
              <a:t>and exactly what it can touch.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29150" y="822960"/>
            <a:ext cx="3943350" cy="181737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876" tIns="123444" rIns="123444" bIns="68580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Skills</a:t>
            </a:r>
          </a:p>
          <a:p>
            <a:endParaRPr sz="1350" b="1">
              <a:solidFill>
                <a:srgbClr val="FFFFFF"/>
              </a:solidFill>
            </a:endParaRPr>
          </a:p>
          <a:p>
            <a:pPr algn="l"/>
            <a:r>
              <a:rPr sz="975">
                <a:solidFill>
                  <a:srgbClr val="FFFFFF"/>
                </a:solidFill>
              </a:rPr>
              <a:t>Reusable know-how, packaged once.</a:t>
            </a:r>
          </a:p>
          <a:p>
            <a:pPr algn="l"/>
            <a:r>
              <a:rPr sz="975">
                <a:solidFill>
                  <a:srgbClr val="FFFFFF"/>
                </a:solidFill>
              </a:rPr>
              <a:t>Agents discover and invoke when relevant.</a:t>
            </a:r>
          </a:p>
          <a:p>
            <a:pPr algn="l"/>
            <a:r>
              <a:rPr sz="975">
                <a:solidFill>
                  <a:srgbClr val="FFFFFF"/>
                </a:solidFill>
              </a:rPr>
              <a:t>Can also be called directly.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77490"/>
            <a:ext cx="3943350" cy="181737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876" tIns="123444" rIns="123444" bIns="68580" rtlCol="0" anchor="ctr"/>
          <a:lstStyle/>
          <a:p>
            <a:pPr algn="l"/>
            <a:r>
              <a:rPr sz="1350" b="1" dirty="0">
                <a:solidFill>
                  <a:srgbClr val="FFFFFF"/>
                </a:solidFill>
              </a:rPr>
              <a:t>Instructions  (copilot-instructions.md)</a:t>
            </a:r>
          </a:p>
          <a:p>
            <a:endParaRPr sz="1350" b="1" dirty="0">
              <a:solidFill>
                <a:srgbClr val="FFFFFF"/>
              </a:solidFill>
            </a:endParaRPr>
          </a:p>
          <a:p>
            <a:pPr algn="l"/>
            <a:r>
              <a:rPr sz="975" dirty="0">
                <a:solidFill>
                  <a:srgbClr val="FFFFFF"/>
                </a:solidFill>
              </a:rPr>
              <a:t>Always-on context and rules for the project.</a:t>
            </a:r>
          </a:p>
          <a:p>
            <a:pPr algn="l"/>
            <a:r>
              <a:rPr sz="975" dirty="0">
                <a:solidFill>
                  <a:srgbClr val="FFFFFF"/>
                </a:solidFill>
              </a:rPr>
              <a:t>Active every session —</a:t>
            </a:r>
          </a:p>
          <a:p>
            <a:pPr algn="l"/>
            <a:r>
              <a:rPr sz="975" dirty="0">
                <a:solidFill>
                  <a:srgbClr val="FFFFFF"/>
                </a:solidFill>
              </a:rPr>
              <a:t>the agent’s standing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29150" y="2777490"/>
            <a:ext cx="3943350" cy="181737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876" tIns="123444" rIns="123444" bIns="68580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.prompt.md  —  Stored Prompts</a:t>
            </a:r>
          </a:p>
          <a:p>
            <a:endParaRPr sz="1350" b="1">
              <a:solidFill>
                <a:srgbClr val="FFFFFF"/>
              </a:solidFill>
            </a:endParaRPr>
          </a:p>
          <a:p>
            <a:pPr algn="l"/>
            <a:r>
              <a:rPr sz="1200" b="1">
                <a:solidFill>
                  <a:srgbClr val="FFE082"/>
                </a:solidFill>
              </a:rPr>
              <a:t>REDUNDANT NOW</a:t>
            </a:r>
          </a:p>
          <a:p>
            <a:pPr algn="l"/>
            <a:endParaRPr sz="1200" b="1">
              <a:solidFill>
                <a:srgbClr val="FFE082"/>
              </a:solidFill>
            </a:endParaRPr>
          </a:p>
          <a:p>
            <a:pPr algn="l"/>
            <a:r>
              <a:rPr sz="900">
                <a:solidFill>
                  <a:srgbClr val="FFFFFF"/>
                </a:solidFill>
              </a:rPr>
              <a:t>Anything stored here can be a skill instead.</a:t>
            </a:r>
          </a:p>
          <a:p>
            <a:pPr algn="l"/>
            <a:r>
              <a:rPr sz="900">
                <a:solidFill>
                  <a:srgbClr val="FFFFFF"/>
                </a:solidFill>
              </a:rPr>
              <a:t>Skills are invoked directly and discovered</a:t>
            </a:r>
          </a:p>
          <a:p>
            <a:pPr algn="l"/>
            <a:r>
              <a:rPr sz="900">
                <a:solidFill>
                  <a:srgbClr val="FFFFFF"/>
                </a:solidFill>
              </a:rPr>
              <a:t>automatically — stored prompts add nothing.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improvement loop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Experience all three layers — instructions, skill body, skill description.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workflow with the skill loaded — let it fumble or wander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agent: "what should I have given you up front?"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the fix belongs: agent instructions, skill body, or skill description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 in the right layer. Re-run.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3822192"/>
            <a:ext cx="10972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" y="3822192"/>
            <a:ext cx="9034272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3822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the agent didn't load the skill at all, the fix is almost always in the description.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(a) one concrete thing the agent told you to add, and (b) which layer you put it in, and why.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Debrief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438855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other skill would you build?"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411480" y="3886200"/>
            <a:ext cx="41837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One line into Slido. We're collecting the surprises.</a:t>
            </a:r>
          </a:p>
        </p:txBody>
      </p:sp>
      <p:sp>
        <p:nvSpPr>
          <p:cNvPr id="800" name="ModeBadge"/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Slido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459A4D-66E6-08B8-B3A8-A2CCD8A05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36" y="777240"/>
            <a:ext cx="403916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18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3A09-E21D-5AF3-5E2E-66C44814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AA3C30-60E7-3022-CA40-AC714D3EDCF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0873DD-D718-4456-C262-B9F50B104A66}"/>
              </a:ext>
            </a:extLst>
          </p:cNvPr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Debrief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9E1088-6417-3FC0-CCB0-4A4B8C873110}"/>
              </a:ext>
            </a:extLst>
          </p:cNvPr>
          <p:cNvSpPr/>
          <p:nvPr/>
        </p:nvSpPr>
        <p:spPr>
          <a:xfrm>
            <a:off x="411480" y="777240"/>
            <a:ext cx="8321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MCP surprised you most? Which one didn't work?"</a:t>
            </a:r>
            <a:endParaRPr lang="en-US"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4DE928-2B4E-CD40-7143-A175181261DB}"/>
              </a:ext>
            </a:extLst>
          </p:cNvPr>
          <p:cNvSpPr/>
          <p:nvPr/>
        </p:nvSpPr>
        <p:spPr>
          <a:xfrm>
            <a:off x="411480" y="3886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Drop one line into Slido. We'll read it together.</a:t>
            </a:r>
          </a:p>
        </p:txBody>
      </p:sp>
      <p:sp>
        <p:nvSpPr>
          <p:cNvPr id="800" name="ModeBadge">
            <a:extLst>
              <a:ext uri="{FF2B5EF4-FFF2-40B4-BE49-F238E27FC236}">
                <a16:creationId xmlns:a16="http://schemas.microsoft.com/office/drawing/2014/main" id="{E39B1DEB-E269-2BBB-25E6-28F9E1510F90}"/>
              </a:ext>
            </a:extLst>
          </p:cNvPr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Slido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CD91D3CA-443D-C208-C302-76B11CA7122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750" y="190500"/>
              <a:ext cx="8572500" cy="4762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CD91D3CA-443D-C208-C302-76B11CA712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750" y="190500"/>
                <a:ext cx="8572500" cy="4762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744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next: Module 5 — Background 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MCPs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52928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5292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1246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1246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Sub-agents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31536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3153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3153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91072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Skills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50608" y="960120"/>
            <a:ext cx="822960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79792" y="685800"/>
            <a:ext cx="16459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5060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BG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10144" y="960120"/>
            <a:ext cx="8229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1014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014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361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18488" y="4416552"/>
            <a:ext cx="201168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62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5: Background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674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C1C5-6406-E75F-F2FB-BA53B0C7E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Agent frameworks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3F8F9-8366-7BAF-3C99-00EFC97201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brand github copilot&quot; Icon - Download for free – Iconduck">
            <a:extLst>
              <a:ext uri="{FF2B5EF4-FFF2-40B4-BE49-F238E27FC236}">
                <a16:creationId xmlns:a16="http://schemas.microsoft.com/office/drawing/2014/main" id="{CDC58053-4F23-B685-1890-282534A17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83" y="1844041"/>
            <a:ext cx="1174827" cy="101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402569-65E6-4AAA-DB14-89FBF865ADE4}"/>
              </a:ext>
            </a:extLst>
          </p:cNvPr>
          <p:cNvSpPr txBox="1"/>
          <p:nvPr/>
        </p:nvSpPr>
        <p:spPr>
          <a:xfrm>
            <a:off x="1068581" y="1538487"/>
            <a:ext cx="48532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I" sz="1350" dirty="0"/>
              <a:t>Task</a:t>
            </a:r>
            <a:endParaRPr lang="en-US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410F6-CDAB-C3A5-7C63-0608211D57D6}"/>
              </a:ext>
            </a:extLst>
          </p:cNvPr>
          <p:cNvSpPr txBox="1"/>
          <p:nvPr/>
        </p:nvSpPr>
        <p:spPr>
          <a:xfrm>
            <a:off x="243855" y="2830887"/>
            <a:ext cx="6415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I" sz="1350" dirty="0"/>
              <a:t>Model</a:t>
            </a:r>
            <a:endParaRPr lang="en-US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51041-9070-BC55-B4B8-D07FD20C4877}"/>
              </a:ext>
            </a:extLst>
          </p:cNvPr>
          <p:cNvSpPr txBox="1"/>
          <p:nvPr/>
        </p:nvSpPr>
        <p:spPr>
          <a:xfrm>
            <a:off x="1627141" y="2846872"/>
            <a:ext cx="54438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I" sz="1350" dirty="0"/>
              <a:t>Tools</a:t>
            </a:r>
            <a:endParaRPr lang="en-US" sz="13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18A81C-87B7-98B8-E155-F04200AAD95A}"/>
              </a:ext>
            </a:extLst>
          </p:cNvPr>
          <p:cNvGrpSpPr/>
          <p:nvPr/>
        </p:nvGrpSpPr>
        <p:grpSpPr>
          <a:xfrm>
            <a:off x="1880778" y="3193688"/>
            <a:ext cx="1927666" cy="1608468"/>
            <a:chOff x="2507704" y="4258248"/>
            <a:chExt cx="2570221" cy="2144623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C75B6AA8-C1AE-EEE5-5AAF-9C6A4971C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280214" y="4665654"/>
              <a:ext cx="1358290" cy="1358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333844-3D2B-26B9-4F3C-BA11BCBDE609}"/>
                </a:ext>
              </a:extLst>
            </p:cNvPr>
            <p:cNvSpPr txBox="1"/>
            <p:nvPr/>
          </p:nvSpPr>
          <p:spPr>
            <a:xfrm>
              <a:off x="3607339" y="4258248"/>
              <a:ext cx="6471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Task</a:t>
              </a:r>
              <a:endParaRPr lang="en-US" sz="135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A59CBA-6D77-1ED3-9CC5-BEA878A18040}"/>
                </a:ext>
              </a:extLst>
            </p:cNvPr>
            <p:cNvSpPr txBox="1"/>
            <p:nvPr/>
          </p:nvSpPr>
          <p:spPr>
            <a:xfrm>
              <a:off x="2507704" y="5981448"/>
              <a:ext cx="85536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Model</a:t>
              </a:r>
              <a:endParaRPr lang="en-US" sz="13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AD17A3-A8B9-2E58-7CAF-F998C5FD3E6A}"/>
                </a:ext>
              </a:extLst>
            </p:cNvPr>
            <p:cNvSpPr txBox="1"/>
            <p:nvPr/>
          </p:nvSpPr>
          <p:spPr>
            <a:xfrm>
              <a:off x="4352085" y="6002762"/>
              <a:ext cx="72584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Tools</a:t>
              </a:r>
              <a:endParaRPr lang="en-US" sz="135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A158AA-5608-0B74-C527-748DF5B89675}"/>
              </a:ext>
            </a:extLst>
          </p:cNvPr>
          <p:cNvGrpSpPr/>
          <p:nvPr/>
        </p:nvGrpSpPr>
        <p:grpSpPr>
          <a:xfrm>
            <a:off x="4070673" y="1509932"/>
            <a:ext cx="1927666" cy="1608468"/>
            <a:chOff x="5427563" y="2013242"/>
            <a:chExt cx="2570221" cy="2144623"/>
          </a:xfrm>
        </p:grpSpPr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F97AA740-CAD2-BF4F-3B8A-E633CBBB63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200073" y="2420648"/>
              <a:ext cx="1358290" cy="1358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D1E002-1D5B-68E9-76B4-D7F7B1F4B825}"/>
                </a:ext>
              </a:extLst>
            </p:cNvPr>
            <p:cNvSpPr txBox="1"/>
            <p:nvPr/>
          </p:nvSpPr>
          <p:spPr>
            <a:xfrm>
              <a:off x="6527198" y="2013242"/>
              <a:ext cx="6471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Task</a:t>
              </a:r>
              <a:endParaRPr lang="en-US" sz="135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F843CE-C10E-0AB9-44FF-B0B3D5BEAF21}"/>
                </a:ext>
              </a:extLst>
            </p:cNvPr>
            <p:cNvSpPr txBox="1"/>
            <p:nvPr/>
          </p:nvSpPr>
          <p:spPr>
            <a:xfrm>
              <a:off x="5427563" y="3736442"/>
              <a:ext cx="85536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Model</a:t>
              </a:r>
              <a:endParaRPr lang="en-US" sz="135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25344B-2527-1C31-5C13-3D5576D183B1}"/>
                </a:ext>
              </a:extLst>
            </p:cNvPr>
            <p:cNvSpPr txBox="1"/>
            <p:nvPr/>
          </p:nvSpPr>
          <p:spPr>
            <a:xfrm>
              <a:off x="7271944" y="3757756"/>
              <a:ext cx="72584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Tools</a:t>
              </a:r>
              <a:endParaRPr lang="en-US" sz="135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544E05-69CE-87AC-EEDA-A63C41C6AB19}"/>
              </a:ext>
            </a:extLst>
          </p:cNvPr>
          <p:cNvGrpSpPr/>
          <p:nvPr/>
        </p:nvGrpSpPr>
        <p:grpSpPr>
          <a:xfrm>
            <a:off x="6310598" y="3396649"/>
            <a:ext cx="2284139" cy="1608468"/>
            <a:chOff x="8732500" y="4258248"/>
            <a:chExt cx="3045518" cy="2144623"/>
          </a:xfrm>
        </p:grpSpPr>
        <p:pic>
          <p:nvPicPr>
            <p:cNvPr id="26" name="Picture 2" descr="brand github copilot&quot; Icon - Download for free – Iconduck">
              <a:extLst>
                <a:ext uri="{FF2B5EF4-FFF2-40B4-BE49-F238E27FC236}">
                  <a16:creationId xmlns:a16="http://schemas.microsoft.com/office/drawing/2014/main" id="{2CA7B48C-1822-9DFC-3E0F-5B8A4C93A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937" y="4665654"/>
              <a:ext cx="1566436" cy="1358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CA2A45-2A9C-DF28-C9C3-DE81A9F8F2B0}"/>
                </a:ext>
              </a:extLst>
            </p:cNvPr>
            <p:cNvSpPr txBox="1"/>
            <p:nvPr/>
          </p:nvSpPr>
          <p:spPr>
            <a:xfrm>
              <a:off x="9832134" y="4258248"/>
              <a:ext cx="6471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Task</a:t>
              </a:r>
              <a:endParaRPr lang="en-US" sz="135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2E55BF-F57B-BBDB-861D-0E6CBC085B89}"/>
                </a:ext>
              </a:extLst>
            </p:cNvPr>
            <p:cNvSpPr txBox="1"/>
            <p:nvPr/>
          </p:nvSpPr>
          <p:spPr>
            <a:xfrm>
              <a:off x="8732500" y="5981448"/>
              <a:ext cx="8553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Model</a:t>
              </a:r>
              <a:endParaRPr lang="en-US" sz="135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DD166D8-5BCF-051F-17B7-83999D503828}"/>
                </a:ext>
              </a:extLst>
            </p:cNvPr>
            <p:cNvSpPr txBox="1"/>
            <p:nvPr/>
          </p:nvSpPr>
          <p:spPr>
            <a:xfrm>
              <a:off x="10576881" y="6002762"/>
              <a:ext cx="72584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Tools</a:t>
              </a:r>
              <a:endParaRPr lang="en-US" sz="135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CDAB2AA-D838-60FA-F3B1-0CA02CA9A822}"/>
                </a:ext>
              </a:extLst>
            </p:cNvPr>
            <p:cNvSpPr txBox="1"/>
            <p:nvPr/>
          </p:nvSpPr>
          <p:spPr>
            <a:xfrm>
              <a:off x="10835506" y="4665654"/>
              <a:ext cx="94251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I" sz="2400" b="1" dirty="0"/>
                <a:t>CLI</a:t>
              </a:r>
              <a:endParaRPr lang="en-US" sz="2400" b="1" dirty="0"/>
            </a:p>
          </p:txBody>
        </p:sp>
      </p:grpSp>
      <p:pic>
        <p:nvPicPr>
          <p:cNvPr id="7170" name="Picture 2" descr="Visual Studio Code and VS Code icons and names usage guidelines">
            <a:extLst>
              <a:ext uri="{FF2B5EF4-FFF2-40B4-BE49-F238E27FC236}">
                <a16:creationId xmlns:a16="http://schemas.microsoft.com/office/drawing/2014/main" id="{02510252-BB0B-A824-1F45-006EC848E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162" y="1673409"/>
            <a:ext cx="528029" cy="52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65733740-9998-0980-FE02-4406660128B9}"/>
              </a:ext>
            </a:extLst>
          </p:cNvPr>
          <p:cNvGrpSpPr/>
          <p:nvPr/>
        </p:nvGrpSpPr>
        <p:grpSpPr>
          <a:xfrm>
            <a:off x="6453665" y="1429141"/>
            <a:ext cx="2660096" cy="1673274"/>
            <a:chOff x="8732500" y="4171840"/>
            <a:chExt cx="3546795" cy="2231031"/>
          </a:xfrm>
        </p:grpSpPr>
        <p:pic>
          <p:nvPicPr>
            <p:cNvPr id="37" name="Picture 2" descr="brand github copilot&quot; Icon - Download for free – Iconduck">
              <a:extLst>
                <a:ext uri="{FF2B5EF4-FFF2-40B4-BE49-F238E27FC236}">
                  <a16:creationId xmlns:a16="http://schemas.microsoft.com/office/drawing/2014/main" id="{25065CDC-15D6-7ABE-BC1C-E44A78171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937" y="4665654"/>
              <a:ext cx="1566436" cy="1358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6E0090-DC69-E396-B8B3-CF6EEF180916}"/>
                </a:ext>
              </a:extLst>
            </p:cNvPr>
            <p:cNvSpPr txBox="1"/>
            <p:nvPr/>
          </p:nvSpPr>
          <p:spPr>
            <a:xfrm>
              <a:off x="9832135" y="4258248"/>
              <a:ext cx="6471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Task</a:t>
              </a:r>
              <a:endParaRPr lang="en-US" sz="135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BC0429-9E1C-5EBE-F814-466548E6EE0B}"/>
                </a:ext>
              </a:extLst>
            </p:cNvPr>
            <p:cNvSpPr txBox="1"/>
            <p:nvPr/>
          </p:nvSpPr>
          <p:spPr>
            <a:xfrm>
              <a:off x="8732500" y="5981448"/>
              <a:ext cx="85536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Model</a:t>
              </a:r>
              <a:endParaRPr lang="en-US" sz="135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291C3AB-EDB9-FB80-A0A0-F48E3D00D6AD}"/>
                </a:ext>
              </a:extLst>
            </p:cNvPr>
            <p:cNvSpPr txBox="1"/>
            <p:nvPr/>
          </p:nvSpPr>
          <p:spPr>
            <a:xfrm>
              <a:off x="10576882" y="6002762"/>
              <a:ext cx="72584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I" sz="1350" dirty="0"/>
                <a:t>Tools</a:t>
              </a:r>
              <a:endParaRPr lang="en-US" sz="135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665F93-6A72-6DA1-40A9-BB8AFCA93164}"/>
                </a:ext>
              </a:extLst>
            </p:cNvPr>
            <p:cNvSpPr txBox="1"/>
            <p:nvPr/>
          </p:nvSpPr>
          <p:spPr>
            <a:xfrm>
              <a:off x="10561376" y="4171840"/>
              <a:ext cx="171791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I" sz="2400" b="1" dirty="0"/>
                <a:t>GitHub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536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86537-CAAE-FDDB-AAB7-59BBEFA5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7999-3448-B932-A924-81C02CC1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B1F54-0138-F523-CA34-845610F9C60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How git worktrees improve our git workflow | by Saeed Zarinfam | ThreadSafe">
            <a:extLst>
              <a:ext uri="{FF2B5EF4-FFF2-40B4-BE49-F238E27FC236}">
                <a16:creationId xmlns:a16="http://schemas.microsoft.com/office/drawing/2014/main" id="{E65FFD91-35EE-584A-10B7-803703095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314" y="962349"/>
            <a:ext cx="6441103" cy="41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AFC189-A535-568F-65F9-39730ACC1848}"/>
              </a:ext>
            </a:extLst>
          </p:cNvPr>
          <p:cNvSpPr/>
          <p:nvPr/>
        </p:nvSpPr>
        <p:spPr>
          <a:xfrm>
            <a:off x="2093298" y="1077765"/>
            <a:ext cx="5788285" cy="2320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3BEC1-2858-7E95-0EBA-0BD53D7318B2}"/>
              </a:ext>
            </a:extLst>
          </p:cNvPr>
          <p:cNvSpPr/>
          <p:nvPr/>
        </p:nvSpPr>
        <p:spPr>
          <a:xfrm>
            <a:off x="7050703" y="2297192"/>
            <a:ext cx="5788285" cy="2320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09404C-E523-961E-1AFC-C658E53D6C8F}"/>
              </a:ext>
            </a:extLst>
          </p:cNvPr>
          <p:cNvSpPr/>
          <p:nvPr/>
        </p:nvSpPr>
        <p:spPr>
          <a:xfrm>
            <a:off x="5779899" y="1745208"/>
            <a:ext cx="5788285" cy="2320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9AC26E-6D62-0235-2F14-7F6BBE8FCE24}"/>
              </a:ext>
            </a:extLst>
          </p:cNvPr>
          <p:cNvSpPr/>
          <p:nvPr/>
        </p:nvSpPr>
        <p:spPr>
          <a:xfrm>
            <a:off x="4509096" y="1259224"/>
            <a:ext cx="5788285" cy="2320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702639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45FE-2C48-85CA-E48B-6B79A08C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2F99E-AA5F-1D43-224E-8155A010B0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B5EC6-CDD7-4954-BA8F-D72BE5BF81C2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How git worktrees improve our git workflow | by Saeed Zarinfam | ThreadSafe">
            <a:extLst>
              <a:ext uri="{FF2B5EF4-FFF2-40B4-BE49-F238E27FC236}">
                <a16:creationId xmlns:a16="http://schemas.microsoft.com/office/drawing/2014/main" id="{FD3C2EA0-4AE3-7271-7AE0-BB0417B6B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314" y="962349"/>
            <a:ext cx="6441103" cy="41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052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task, off to the background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1737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Run an agent without watching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Open a docs file from the handout (the tooltip-update task)</a:t>
            </a:r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Set session target to Copilot CLI, isolation mode to worktree</a:t>
            </a:r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Send the task. Don't watch it.</a:t>
            </a:r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0F172A"/>
                </a:solidFill>
                <a:latin typeface="Calibri"/>
              </a:rPr>
              <a:t>Switch back to VS Code. Finish anything you didn't get through in M4 — or get coffee. Don't sit and stare.</a:t>
            </a:r>
          </a:p>
          <a:p>
            <a:pPr marL="342900" indent="-342900" algn="l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Come back. Review the diff. Apply the changes you want.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82296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when: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ran an agent without watching, and you applied (or rejected) its changes.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1545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Debrief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438855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F172A"/>
                </a:solidFill>
                <a:latin typeface="Georgia" pitchFamily="34" charset="0"/>
              </a:rPr>
              <a:t>“Did giving up the visibility feel </a:t>
            </a:r>
            <a:r>
              <a:rPr lang="en-US" sz="3200" b="1" i="1">
                <a:solidFill>
                  <a:srgbClr val="DB2777"/>
                </a:solidFill>
                <a:latin typeface="Georgia" pitchFamily="34" charset="0"/>
              </a:rPr>
              <a:t>freeing</a:t>
            </a:r>
            <a:r>
              <a:rPr lang="en-US" sz="3200" b="1">
                <a:solidFill>
                  <a:srgbClr val="0F172A"/>
                </a:solidFill>
                <a:latin typeface="Georgia" pitchFamily="34" charset="0"/>
              </a:rPr>
              <a:t>, or </a:t>
            </a:r>
            <a:r>
              <a:rPr lang="en-US" sz="3200" b="1" i="1">
                <a:solidFill>
                  <a:srgbClr val="DB2777"/>
                </a:solidFill>
                <a:latin typeface="Georgia" pitchFamily="34" charset="0"/>
              </a:rPr>
              <a:t>wrong</a:t>
            </a:r>
            <a:r>
              <a:rPr lang="en-US" sz="3200" b="1">
                <a:solidFill>
                  <a:srgbClr val="0F172A"/>
                </a:solidFill>
                <a:latin typeface="Georgia" pitchFamily="34" charset="0"/>
              </a:rPr>
              <a:t>?”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3886200"/>
            <a:ext cx="43885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Slido first — drop a single vote: freeing or wrong. Then open mic for whoever wants to defend their pick.</a:t>
            </a:r>
          </a:p>
        </p:txBody>
      </p:sp>
      <p:sp>
        <p:nvSpPr>
          <p:cNvPr id="800" name="ModeBadge1"/>
          <p:cNvSpPr/>
          <p:nvPr/>
        </p:nvSpPr>
        <p:spPr>
          <a:xfrm>
            <a:off x="64389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Slido · binary</a:t>
            </a:r>
          </a:p>
        </p:txBody>
      </p:sp>
      <p:sp>
        <p:nvSpPr>
          <p:cNvPr id="801" name="ModeBadge2"/>
          <p:cNvSpPr/>
          <p:nvPr/>
        </p:nvSpPr>
        <p:spPr>
          <a:xfrm>
            <a:off x="7505700" y="2032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+ Open mic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6EA765-D95D-1AC5-2DAC-365B0E1DA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36" y="777240"/>
            <a:ext cx="403916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484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93B30-E989-A1C2-9313-D42AE368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6BF910-75AD-1ECB-20AF-942B5734D80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ED6716-949A-F2EF-8BA4-7CC8E3E7F71A}"/>
              </a:ext>
            </a:extLst>
          </p:cNvPr>
          <p:cNvSpPr/>
          <p:nvPr/>
        </p:nvSpPr>
        <p:spPr>
          <a:xfrm>
            <a:off x="41148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Debrief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7C17F7-9E0C-849B-B258-B0AF142BDF41}"/>
              </a:ext>
            </a:extLst>
          </p:cNvPr>
          <p:cNvSpPr/>
          <p:nvPr/>
        </p:nvSpPr>
        <p:spPr>
          <a:xfrm>
            <a:off x="411480" y="777240"/>
            <a:ext cx="8321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MCP surprised you most? Which one didn't work?"</a:t>
            </a:r>
            <a:endParaRPr lang="en-US"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A5F33E-0607-BFDE-EC19-A3A14B6AFA97}"/>
              </a:ext>
            </a:extLst>
          </p:cNvPr>
          <p:cNvSpPr/>
          <p:nvPr/>
        </p:nvSpPr>
        <p:spPr>
          <a:xfrm>
            <a:off x="411480" y="3886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4748B"/>
                </a:solidFill>
                <a:latin typeface="Calibri" pitchFamily="34" charset="0"/>
              </a:rPr>
              <a:t>Drop one line into Slido. We'll read it together.</a:t>
            </a:r>
          </a:p>
        </p:txBody>
      </p:sp>
      <p:sp>
        <p:nvSpPr>
          <p:cNvPr id="800" name="ModeBadge">
            <a:extLst>
              <a:ext uri="{FF2B5EF4-FFF2-40B4-BE49-F238E27FC236}">
                <a16:creationId xmlns:a16="http://schemas.microsoft.com/office/drawing/2014/main" id="{A4B4DBDD-3CDD-2D3B-64AE-6C9EC1D9DC93}"/>
              </a:ext>
            </a:extLst>
          </p:cNvPr>
          <p:cNvSpPr/>
          <p:nvPr/>
        </p:nvSpPr>
        <p:spPr>
          <a:xfrm>
            <a:off x="7886700" y="20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Slido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CF47F295-7E67-B6E9-EAC3-4CEF506B3C5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750" y="190500"/>
              <a:ext cx="8572500" cy="4762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CF47F295-7E67-B6E9-EAC3-4CEF506B3C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750" y="190500"/>
                <a:ext cx="8572500" cy="4762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48323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MCPs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52928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5292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1246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1246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Sub-agents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31536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31536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31536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91072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Skills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50608" y="960120"/>
            <a:ext cx="82296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50608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50608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BG Agents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10144" y="960120"/>
            <a:ext cx="822960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39328" y="685800"/>
            <a:ext cx="16459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10144" y="1069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0144" y="1463040"/>
            <a:ext cx="82296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361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18488" y="4416552"/>
            <a:ext cx="201168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013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B4D7D9-0580-A749-D9CC-1C7EA209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B6777B7-25CF-E62A-30A9-16BAEE6A4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104" y="0"/>
            <a:ext cx="444460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57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1316-9A15-733D-5017-9D907422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524D62-B99C-8B1C-1555-6A96BA7A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E356261A-8D00-9A2E-12DC-A0C74E80CC0C}"/>
              </a:ext>
            </a:extLst>
          </p:cNvPr>
          <p:cNvSpPr txBox="1">
            <a:spLocks/>
          </p:cNvSpPr>
          <p:nvPr/>
        </p:nvSpPr>
        <p:spPr>
          <a:xfrm>
            <a:off x="464344" y="2074762"/>
            <a:ext cx="8268755" cy="152785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I" sz="2400" dirty="0"/>
              <a:t>LLMs don’t hallucinate 20% of the time.</a:t>
            </a:r>
          </a:p>
          <a:p>
            <a:pPr algn="ctr"/>
            <a:r>
              <a:rPr lang="en-SI" sz="2400" dirty="0">
                <a:solidFill>
                  <a:srgbClr val="F0F4F9"/>
                </a:solidFill>
              </a:rPr>
              <a:t>They hallucinate 100% of the time and they just happen to be right 80% of the time.</a:t>
            </a:r>
            <a:endParaRPr lang="en-US" sz="1500" dirty="0">
              <a:solidFill>
                <a:srgbClr val="F0F4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269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F4A7-E4A9-24A2-BEE7-39C138EA6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9B41C9-AC8D-FF3D-AAB1-8A1FA253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EB30565-539A-B5F7-1F85-B23342867AF0}"/>
              </a:ext>
            </a:extLst>
          </p:cNvPr>
          <p:cNvSpPr txBox="1">
            <a:spLocks/>
          </p:cNvSpPr>
          <p:nvPr/>
        </p:nvSpPr>
        <p:spPr>
          <a:xfrm>
            <a:off x="464344" y="2074762"/>
            <a:ext cx="8268755" cy="152785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I" sz="2400" dirty="0"/>
              <a:t>LLMs don’t hallucinate 20% of the time.</a:t>
            </a:r>
          </a:p>
          <a:p>
            <a:pPr algn="ctr"/>
            <a:r>
              <a:rPr lang="en-SI" sz="2400" dirty="0"/>
              <a:t>They hallucinate 100% of the time and they just happen to be right 80% of the time.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73663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30B8-DEC9-E9D0-8BE0-7E0875FF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EF90D-02FA-B14D-B004-D461EDBE1A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65C57-2DF8-DA52-3FBE-6CAE79DDC9E2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FB5C5-6E44-B84A-D95E-166B05C51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178" y="150019"/>
            <a:ext cx="6293644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65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429D-4059-92D5-EF38-11AB6D4D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3F8E3-B162-6FFB-B25B-67BE97875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 descr="Simple Gauge | Salesforce AppExchange">
            <a:extLst>
              <a:ext uri="{FF2B5EF4-FFF2-40B4-BE49-F238E27FC236}">
                <a16:creationId xmlns:a16="http://schemas.microsoft.com/office/drawing/2014/main" id="{8E701C54-5C41-319D-55B7-8033AA15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306" y="-436598"/>
            <a:ext cx="35718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ow to Use a Metronome for Piano Practice - Piano Reviewer">
            <a:extLst>
              <a:ext uri="{FF2B5EF4-FFF2-40B4-BE49-F238E27FC236}">
                <a16:creationId xmlns:a16="http://schemas.microsoft.com/office/drawing/2014/main" id="{D23A9CB0-39D5-C6A6-7A2A-0AA6226E2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306" y="2327311"/>
            <a:ext cx="3571875" cy="267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076A70-4542-CFDF-1C05-21B206FA7883}"/>
              </a:ext>
            </a:extLst>
          </p:cNvPr>
          <p:cNvSpPr txBox="1"/>
          <p:nvPr/>
        </p:nvSpPr>
        <p:spPr>
          <a:xfrm>
            <a:off x="5297257" y="470388"/>
            <a:ext cx="100699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I" sz="1350" b="1" dirty="0"/>
              <a:t>Complete Garbage</a:t>
            </a:r>
            <a:endParaRPr lang="en-US" sz="13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385C0-1CEB-760A-BBCF-0111EF269A86}"/>
              </a:ext>
            </a:extLst>
          </p:cNvPr>
          <p:cNvSpPr txBox="1"/>
          <p:nvPr/>
        </p:nvSpPr>
        <p:spPr>
          <a:xfrm>
            <a:off x="2831306" y="1349340"/>
            <a:ext cx="133109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I" sz="1350" b="1" dirty="0"/>
              <a:t>Most Amazing things I’ve ever seen</a:t>
            </a:r>
            <a:endParaRPr 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3524584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FB2D-93CE-C511-1C0E-80AB001D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D4F3F44-6206-EA61-335B-EF170D00652E}"/>
              </a:ext>
            </a:extLst>
          </p:cNvPr>
          <p:cNvSpPr/>
          <p:nvPr/>
        </p:nvSpPr>
        <p:spPr>
          <a:xfrm>
            <a:off x="205740" y="205740"/>
            <a:ext cx="1639062" cy="47320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>
                <a:solidFill>
                  <a:srgbClr val="BBDEFB"/>
                </a:solidFill>
              </a:rPr>
              <a:t>1</a:t>
            </a:r>
          </a:p>
          <a:p>
            <a:endParaRPr sz="5400" b="1">
              <a:solidFill>
                <a:srgbClr val="BBDEFB"/>
              </a:solidFill>
            </a:endParaRPr>
          </a:p>
          <a:p>
            <a:pPr algn="ctr"/>
            <a:r>
              <a:rPr sz="1650" b="1">
                <a:solidFill>
                  <a:srgbClr val="FFFFFF"/>
                </a:solidFill>
              </a:rPr>
              <a:t>Custom</a:t>
            </a:r>
          </a:p>
          <a:p>
            <a:pPr algn="ctr"/>
            <a:r>
              <a:rPr sz="1650" b="1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D2F4291-6E4D-EA54-137E-0C2F6C6AE003}"/>
              </a:ext>
            </a:extLst>
          </p:cNvPr>
          <p:cNvSpPr/>
          <p:nvPr/>
        </p:nvSpPr>
        <p:spPr>
          <a:xfrm>
            <a:off x="1957959" y="205740"/>
            <a:ext cx="1639062" cy="47320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 dirty="0">
                <a:solidFill>
                  <a:srgbClr val="BBDEFB"/>
                </a:solidFill>
              </a:rPr>
              <a:t>2</a:t>
            </a:r>
          </a:p>
          <a:p>
            <a:endParaRPr sz="5400" b="1" dirty="0">
              <a:solidFill>
                <a:srgbClr val="BBDEFB"/>
              </a:solidFill>
            </a:endParaRPr>
          </a:p>
          <a:p>
            <a:pPr algn="ctr"/>
            <a:r>
              <a:rPr sz="1650" b="1" dirty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9ACAEA1-D35D-1EA3-1997-6E7CAA95EACB}"/>
              </a:ext>
            </a:extLst>
          </p:cNvPr>
          <p:cNvSpPr/>
          <p:nvPr/>
        </p:nvSpPr>
        <p:spPr>
          <a:xfrm>
            <a:off x="3710178" y="205740"/>
            <a:ext cx="1639062" cy="47320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>
                <a:solidFill>
                  <a:srgbClr val="BBDEFB"/>
                </a:solidFill>
              </a:rPr>
              <a:t>3</a:t>
            </a:r>
          </a:p>
          <a:p>
            <a:endParaRPr sz="5400" b="1">
              <a:solidFill>
                <a:srgbClr val="BBDEFB"/>
              </a:solidFill>
            </a:endParaRPr>
          </a:p>
          <a:p>
            <a:pPr algn="ctr"/>
            <a:r>
              <a:rPr sz="1650" b="1">
                <a:solidFill>
                  <a:srgbClr val="FFFFFF"/>
                </a:solidFill>
              </a:rPr>
              <a:t>Reflection</a:t>
            </a:r>
          </a:p>
          <a:p>
            <a:pPr algn="ctr"/>
            <a:r>
              <a:rPr sz="1650" b="1"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CDEF33A-FA40-D326-CC7C-989671C2C4C8}"/>
              </a:ext>
            </a:extLst>
          </p:cNvPr>
          <p:cNvSpPr/>
          <p:nvPr/>
        </p:nvSpPr>
        <p:spPr>
          <a:xfrm>
            <a:off x="5462397" y="205740"/>
            <a:ext cx="1639062" cy="47320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 dirty="0">
                <a:solidFill>
                  <a:srgbClr val="BBDEFB"/>
                </a:solidFill>
              </a:rPr>
              <a:t>4</a:t>
            </a:r>
          </a:p>
          <a:p>
            <a:endParaRPr sz="5400" b="1" dirty="0">
              <a:solidFill>
                <a:srgbClr val="BBDEFB"/>
              </a:solidFill>
            </a:endParaRPr>
          </a:p>
          <a:p>
            <a:pPr algn="ctr"/>
            <a:r>
              <a:rPr sz="1650" b="1" dirty="0">
                <a:solidFill>
                  <a:srgbClr val="FFFFFF"/>
                </a:solidFill>
              </a:rPr>
              <a:t>Sub-agents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E350A7-FE07-5BA1-185E-B4E63F24AEDD}"/>
              </a:ext>
            </a:extLst>
          </p:cNvPr>
          <p:cNvSpPr/>
          <p:nvPr/>
        </p:nvSpPr>
        <p:spPr>
          <a:xfrm>
            <a:off x="7214616" y="205740"/>
            <a:ext cx="1639062" cy="47320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8580" rIns="82296" bIns="68580" rtlCol="0" anchor="ctr"/>
          <a:lstStyle/>
          <a:p>
            <a:pPr algn="ctr"/>
            <a:r>
              <a:rPr sz="5400" b="1">
                <a:solidFill>
                  <a:srgbClr val="BBDEFB"/>
                </a:solidFill>
              </a:rPr>
              <a:t>5</a:t>
            </a:r>
          </a:p>
          <a:p>
            <a:endParaRPr sz="5400" b="1">
              <a:solidFill>
                <a:srgbClr val="BBDEFB"/>
              </a:solidFill>
            </a:endParaRPr>
          </a:p>
          <a:p>
            <a:pPr algn="ctr"/>
            <a:r>
              <a:rPr sz="1650" b="1">
                <a:solidFill>
                  <a:srgbClr val="FFFFFF"/>
                </a:solidFill>
              </a:rPr>
              <a:t>Background</a:t>
            </a:r>
          </a:p>
          <a:p>
            <a:pPr algn="ctr"/>
            <a:r>
              <a:rPr sz="1650" b="1">
                <a:solidFill>
                  <a:srgbClr val="FFFFFF"/>
                </a:solidFill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6163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didn't cover, and why.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93800"/>
            <a:ext cx="10972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0287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prompt files (.prompt.md) —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pattern — but the what-goes-where? framing in M4 is the better lesson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03400"/>
            <a:ext cx="10972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6383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Cloud Agent —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of us uses it day-to-day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13000"/>
            <a:ext cx="10972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2479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—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this audience — code analysis (M3) is the more useful framing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22600"/>
            <a:ext cx="10972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8575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agents (Claude Code, Codex) —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licenses, different ergonomics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32200"/>
            <a:ext cx="10972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4671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itself —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other workshop — today gives you the building blocks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one of these — share what's worked. The team learning is half the value.</a:t>
            </a:r>
            <a:endParaRPr lang="en-US" sz="1100" dirty="0"/>
          </a:p>
        </p:txBody>
      </p:sp>
      <p:sp>
        <p:nvSpPr>
          <p:cNvPr id="15" name="TestPlansBar">
            <a:extLst>
              <a:ext uri="{FF2B5EF4-FFF2-40B4-BE49-F238E27FC236}">
                <a16:creationId xmlns:a16="http://schemas.microsoft.com/office/drawing/2014/main" id="{61B8E305-D407-43A7-96E0-6EFA05E66B09}"/>
              </a:ext>
            </a:extLst>
          </p:cNvPr>
          <p:cNvSpPr/>
          <p:nvPr/>
        </p:nvSpPr>
        <p:spPr>
          <a:xfrm>
            <a:off x="457200" y="4241800"/>
            <a:ext cx="114300" cy="38100"/>
          </a:xfrm>
          <a:prstGeom prst="rect">
            <a:avLst/>
          </a:prstGeom>
          <a:solidFill>
            <a:srgbClr val="FACC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stPlansText">
            <a:extLst>
              <a:ext uri="{FF2B5EF4-FFF2-40B4-BE49-F238E27FC236}">
                <a16:creationId xmlns:a16="http://schemas.microsoft.com/office/drawing/2014/main" id="{F7F016D4-F989-49F3-87AE-7CAAE8A58F8C}"/>
              </a:ext>
            </a:extLst>
          </p:cNvPr>
          <p:cNvSpPr txBox="1"/>
          <p:nvPr/>
        </p:nvSpPr>
        <p:spPr>
          <a:xfrm>
            <a:off x="711200" y="4076700"/>
            <a:ext cx="80518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</a:rPr>
              <a:t>Test plans — </a:t>
            </a:r>
            <a:r>
              <a:rPr lang="en-US" sz="1300" i="1" dirty="0">
                <a:solidFill>
                  <a:srgbClr val="64748B"/>
                </a:solidFill>
                <a:latin typeface="Calibri"/>
              </a:rPr>
              <a:t>happy to dig in at Q&amp;A — Luc's full internal write-up is on the AzDevOps wiki for take-home</a:t>
            </a:r>
          </a:p>
        </p:txBody>
      </p:sp>
    </p:spTree>
    <p:extLst>
      <p:ext uri="{BB962C8B-B14F-4D97-AF65-F5344CB8AC3E}">
        <p14:creationId xmlns:p14="http://schemas.microsoft.com/office/powerpoint/2010/main" val="21585188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2 Stay in touch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Stay in touch. Send us what you tried.</a:t>
            </a:r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Georgia"/>
              </a:rPr>
              <a:t>Go home, try this on your own work. In the next three weeks, send us anything — two new MCPs you discovered, an agent you built that surprised you, a skill that fixed a workflow you'd been working around. We'll respond. Comments, pointers, where to look next. If you want into the wider BC-on-AI community, we'll help you in.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813816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81381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Tine Starič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  ·  LinkedIn: /in/tinestaric  ·  </a:t>
            </a:r>
            <a:r>
              <a:rPr lang="en-US" sz="1300" dirty="0">
                <a:solidFill>
                  <a:srgbClr val="06B6D4"/>
                </a:solidFill>
                <a:latin typeface="Calibri" pitchFamily="34" charset="0"/>
              </a:rPr>
              <a:t>tine@staric.net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Luc van Vugt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  ·  LinkedIn: /in/lucvanvugt  ·  </a:t>
            </a:r>
            <a:r>
              <a:rPr lang="en-SI" sz="1300" dirty="0">
                <a:solidFill>
                  <a:srgbClr val="06B6D4"/>
                </a:solidFill>
                <a:latin typeface="Calibri" pitchFamily="34" charset="0"/>
              </a:rPr>
              <a:t>lvanvugt@fluxxus.nl</a:t>
            </a:r>
          </a:p>
        </p:txBody>
      </p:sp>
    </p:spTree>
    <p:extLst>
      <p:ext uri="{BB962C8B-B14F-4D97-AF65-F5344CB8AC3E}">
        <p14:creationId xmlns:p14="http://schemas.microsoft.com/office/powerpoint/2010/main" val="20240000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Q&amp;A — and what you'll do on Monday.</a:t>
            </a:r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Calibri"/>
              </a:rPr>
              <a:t>Q&amp;A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Georgia"/>
              </a:rPr>
              <a:t>Anything we didn't get to today. Anything you wish we'd spent more time on.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B2777"/>
                </a:solidFill>
                <a:latin typeface="Calibri"/>
              </a:rPr>
              <a:t>Monday morning</a:t>
            </a:r>
          </a:p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Georgia"/>
              </a:rPr>
              <a:t>Pick one thing from today. What's the smallest version of it you can do at work tomorrow?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813816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81381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Tine Starič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LinkedIn: /in/tinestaric  ·  </a:t>
            </a: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tine@staric.net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 van Vugt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LinkedIn: /in/lucvanvugt  ·  </a:t>
            </a:r>
            <a:r>
              <a:rPr lang="en-SI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lvanvugt@fluxxus.nl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1190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083FBF-91DA-46B9-A5EE-24BF1B2C391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ce5a9fa-ac67-458b-a017-b57d05b3fe6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E1A49E0-C939-4C0F-AFCC-9116EE093305}">
  <we:reference id="wa104381682" version="1.0.0.10" store="en-US" storeType="OMEX"/>
  <we:alternateReferences>
    <we:reference id="WA104381682" version="1.0.0.10" store="" storeType="OMEX"/>
  </we:alternateReferences>
  <we:properties>
    <we:property name="selectedSlug" value="&quot;TOJKBFF&quot;"/>
    <we:property name="selectedQuestionId" value="&quot;6a229462964886b9e2bc1ea9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E1A49E0-C939-4C0F-AFCC-9116EE093305}">
  <we:reference id="wa104381682" version="1.0.0.10" store="en-US" storeType="OMEX"/>
  <we:alternateReferences>
    <we:reference id="WA104381682" version="1.0.0.10" store="" storeType="OMEX"/>
  </we:alternateReferences>
  <we:properties>
    <we:property name="selectedQuestionId" value="&quot;6a22946e598d2ecb9867599e&quot;"/>
    <we:property name="selectedSlug" value="&quot;TOJKBFF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8E1A49E0-C939-4C0F-AFCC-9116EE093305}">
  <we:reference id="wa104381682" version="1.0.0.10" store="en-US" storeType="OMEX"/>
  <we:alternateReferences>
    <we:reference id="WA104381682" version="1.0.0.10" store="" storeType="OMEX"/>
  </we:alternateReferences>
  <we:properties>
    <we:property name="selectedQuestionId" value="&quot;6a2297c1964886b9e2c0beea&quot;"/>
    <we:property name="selectedSlug" value="&quot;TOJKBFF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8E1A49E0-C939-4C0F-AFCC-9116EE093305}">
  <we:reference id="wa104381682" version="1.0.0.10" store="en-US" storeType="OMEX"/>
  <we:alternateReferences>
    <we:reference id="WA104381682" version="1.0.0.10" store="" storeType="OMEX"/>
  </we:alternateReferences>
  <we:properties>
    <we:property name="selectedQuestionId" value="&quot;6a229a97669fc76ede1e010c&quot;"/>
    <we:property name="selectedSlug" value="&quot;TOJKBFF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8E1A49E0-C939-4C0F-AFCC-9116EE093305}">
  <we:reference id="wa104381682" version="1.0.0.10" store="en-US" storeType="OMEX"/>
  <we:alternateReferences>
    <we:reference id="WA104381682" version="1.0.0.10" store="" storeType="OMEX"/>
  </we:alternateReferences>
  <we:properties>
    <we:property name="selectedQuestionId" value="&quot;6a229ad9598d2ecb9871ac0c&quot;"/>
    <we:property name="selectedSlug" value="&quot;TOJKBF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4220</Words>
  <Application>Microsoft Office PowerPoint</Application>
  <PresentationFormat>On-screen Show (16:9)</PresentationFormat>
  <Paragraphs>689</Paragraphs>
  <Slides>63</Slides>
  <Notes>44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Aptos</vt:lpstr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Have you accepted the Azure DevOps invitation yet?</vt:lpstr>
      <vt:lpstr>PowerPoint Presentation</vt:lpstr>
      <vt:lpstr>Jeremy Vyska</vt:lpstr>
      <vt:lpstr>PowerPoint Presentation</vt:lpstr>
      <vt:lpstr>Vjekoslav Babić</vt:lpstr>
      <vt:lpstr>PowerPoint Presentation</vt:lpstr>
      <vt:lpstr>~600 hours → ~8 hours</vt:lpstr>
      <vt:lpstr>PowerPoint Presentation</vt:lpstr>
      <vt:lpstr>PowerPoint Presentation</vt:lpstr>
      <vt:lpstr>MCP Servers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Sub-agents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Skills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Agent frameworks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GitHub Copilot for anything but writing code</dc:title>
  <dc:subject>PptxGenJS Presentation</dc:subject>
  <dc:creator>Tine Starič &amp; Luc van Vugt</dc:creator>
  <cp:lastModifiedBy>Luc van Vugt</cp:lastModifiedBy>
  <cp:revision>2</cp:revision>
  <dcterms:created xsi:type="dcterms:W3CDTF">2026-05-05T10:19:19Z</dcterms:created>
  <dcterms:modified xsi:type="dcterms:W3CDTF">2026-06-09T11:08:29Z</dcterms:modified>
</cp:coreProperties>
</file>